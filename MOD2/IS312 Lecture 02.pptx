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7" r:id="rId1"/>
  </p:sldMasterIdLst>
  <p:notesMasterIdLst>
    <p:notesMasterId r:id="rId25"/>
  </p:notesMasterIdLst>
  <p:sldIdLst>
    <p:sldId id="277" r:id="rId2"/>
    <p:sldId id="275"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4" r:id="rId19"/>
    <p:sldId id="296" r:id="rId20"/>
    <p:sldId id="295" r:id="rId21"/>
    <p:sldId id="297" r:id="rId22"/>
    <p:sldId id="298" r:id="rId23"/>
    <p:sldId id="276"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D6EA26-EFB0-494A-8881-A30F621D4801}" v="2261" dt="2026-06-22T18:25:24.569"/>
  </p1510:revLst>
</p1510:revInfo>
</file>

<file path=ppt/tableStyles.xml><?xml version="1.0" encoding="utf-8"?>
<a:tblStyleLst xmlns:a="http://schemas.openxmlformats.org/drawingml/2006/main" def="{1FE44F72-D7B3-41EB-977B-2E401710A9A8}">
  <a:tblStyle styleId="{1FE44F72-D7B3-41EB-977B-2E401710A9A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306" autoAdjust="0"/>
  </p:normalViewPr>
  <p:slideViewPr>
    <p:cSldViewPr snapToGrid="0">
      <p:cViewPr varScale="1">
        <p:scale>
          <a:sx n="79" d="100"/>
          <a:sy n="79" d="100"/>
        </p:scale>
        <p:origin x="108"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Koerber" userId="edd2a315-9b82-406e-86ad-89fa1e971de3" providerId="ADAL" clId="{0D518846-EA46-422F-8BA4-DCA766CE0A6F}"/>
    <pc:docChg chg="custSel addSld delSld modSld sldOrd">
      <pc:chgData name="Jonathan Koerber" userId="edd2a315-9b82-406e-86ad-89fa1e971de3" providerId="ADAL" clId="{0D518846-EA46-422F-8BA4-DCA766CE0A6F}" dt="2026-06-22T18:30:53.270" v="3585" actId="20577"/>
      <pc:docMkLst>
        <pc:docMk/>
      </pc:docMkLst>
      <pc:sldChg chg="del">
        <pc:chgData name="Jonathan Koerber" userId="edd2a315-9b82-406e-86ad-89fa1e971de3" providerId="ADAL" clId="{0D518846-EA46-422F-8BA4-DCA766CE0A6F}" dt="2026-06-22T04:10:06.460" v="1" actId="2696"/>
        <pc:sldMkLst>
          <pc:docMk/>
          <pc:sldMk cId="0" sldId="256"/>
        </pc:sldMkLst>
      </pc:sldChg>
      <pc:sldChg chg="del">
        <pc:chgData name="Jonathan Koerber" userId="edd2a315-9b82-406e-86ad-89fa1e971de3" providerId="ADAL" clId="{0D518846-EA46-422F-8BA4-DCA766CE0A6F}" dt="2026-06-22T04:11:06.571" v="2" actId="2696"/>
        <pc:sldMkLst>
          <pc:docMk/>
          <pc:sldMk cId="2425647436" sldId="274"/>
        </pc:sldMkLst>
      </pc:sldChg>
      <pc:sldChg chg="modSp mod modNotesTx">
        <pc:chgData name="Jonathan Koerber" userId="edd2a315-9b82-406e-86ad-89fa1e971de3" providerId="ADAL" clId="{0D518846-EA46-422F-8BA4-DCA766CE0A6F}" dt="2026-06-22T04:14:26.224" v="202" actId="5793"/>
        <pc:sldMkLst>
          <pc:docMk/>
          <pc:sldMk cId="3443371739" sldId="275"/>
        </pc:sldMkLst>
        <pc:spChg chg="mod">
          <ac:chgData name="Jonathan Koerber" userId="edd2a315-9b82-406e-86ad-89fa1e971de3" providerId="ADAL" clId="{0D518846-EA46-422F-8BA4-DCA766CE0A6F}" dt="2026-06-22T04:12:38.035" v="32" actId="20577"/>
          <ac:spMkLst>
            <pc:docMk/>
            <pc:sldMk cId="3443371739" sldId="275"/>
            <ac:spMk id="2" creationId="{00000000-0000-0000-0000-000000000000}"/>
          </ac:spMkLst>
        </pc:spChg>
        <pc:spChg chg="mod">
          <ac:chgData name="Jonathan Koerber" userId="edd2a315-9b82-406e-86ad-89fa1e971de3" providerId="ADAL" clId="{0D518846-EA46-422F-8BA4-DCA766CE0A6F}" dt="2026-06-22T04:14:07.433" v="201" actId="20577"/>
          <ac:spMkLst>
            <pc:docMk/>
            <pc:sldMk cId="3443371739" sldId="275"/>
            <ac:spMk id="3" creationId="{00000000-0000-0000-0000-000000000000}"/>
          </ac:spMkLst>
        </pc:spChg>
      </pc:sldChg>
      <pc:sldChg chg="add">
        <pc:chgData name="Jonathan Koerber" userId="edd2a315-9b82-406e-86ad-89fa1e971de3" providerId="ADAL" clId="{0D518846-EA46-422F-8BA4-DCA766CE0A6F}" dt="2026-06-22T04:09:44.186" v="0"/>
        <pc:sldMkLst>
          <pc:docMk/>
          <pc:sldMk cId="0" sldId="277"/>
        </pc:sldMkLst>
      </pc:sldChg>
      <pc:sldChg chg="modSp add mod modNotesTx">
        <pc:chgData name="Jonathan Koerber" userId="edd2a315-9b82-406e-86ad-89fa1e971de3" providerId="ADAL" clId="{0D518846-EA46-422F-8BA4-DCA766CE0A6F}" dt="2026-06-22T04:16:38.943" v="367" actId="5793"/>
        <pc:sldMkLst>
          <pc:docMk/>
          <pc:sldMk cId="604719118" sldId="278"/>
        </pc:sldMkLst>
        <pc:spChg chg="mod">
          <ac:chgData name="Jonathan Koerber" userId="edd2a315-9b82-406e-86ad-89fa1e971de3" providerId="ADAL" clId="{0D518846-EA46-422F-8BA4-DCA766CE0A6F}" dt="2026-06-22T04:15:19.497" v="241" actId="14100"/>
          <ac:spMkLst>
            <pc:docMk/>
            <pc:sldMk cId="604719118" sldId="278"/>
            <ac:spMk id="2" creationId="{5AB3E62E-E33E-FFFB-A775-D0D6A8426CC2}"/>
          </ac:spMkLst>
        </pc:spChg>
        <pc:spChg chg="mod">
          <ac:chgData name="Jonathan Koerber" userId="edd2a315-9b82-406e-86ad-89fa1e971de3" providerId="ADAL" clId="{0D518846-EA46-422F-8BA4-DCA766CE0A6F}" dt="2026-06-22T04:16:22.033" v="366" actId="20577"/>
          <ac:spMkLst>
            <pc:docMk/>
            <pc:sldMk cId="604719118" sldId="278"/>
            <ac:spMk id="3" creationId="{04ECB7BA-5641-AEC5-F9F4-15AD331F624D}"/>
          </ac:spMkLst>
        </pc:spChg>
      </pc:sldChg>
      <pc:sldChg chg="modSp add mod modNotesTx">
        <pc:chgData name="Jonathan Koerber" userId="edd2a315-9b82-406e-86ad-89fa1e971de3" providerId="ADAL" clId="{0D518846-EA46-422F-8BA4-DCA766CE0A6F}" dt="2026-06-22T04:18:26.272" v="514" actId="5793"/>
        <pc:sldMkLst>
          <pc:docMk/>
          <pc:sldMk cId="3962244017" sldId="279"/>
        </pc:sldMkLst>
        <pc:spChg chg="mod">
          <ac:chgData name="Jonathan Koerber" userId="edd2a315-9b82-406e-86ad-89fa1e971de3" providerId="ADAL" clId="{0D518846-EA46-422F-8BA4-DCA766CE0A6F}" dt="2026-06-22T04:17:01.271" v="394" actId="20577"/>
          <ac:spMkLst>
            <pc:docMk/>
            <pc:sldMk cId="3962244017" sldId="279"/>
            <ac:spMk id="2" creationId="{6DA61CE4-A9EA-6F35-ABE1-D745B40C1058}"/>
          </ac:spMkLst>
        </pc:spChg>
        <pc:spChg chg="mod">
          <ac:chgData name="Jonathan Koerber" userId="edd2a315-9b82-406e-86ad-89fa1e971de3" providerId="ADAL" clId="{0D518846-EA46-422F-8BA4-DCA766CE0A6F}" dt="2026-06-22T04:18:13.993" v="513" actId="20577"/>
          <ac:spMkLst>
            <pc:docMk/>
            <pc:sldMk cId="3962244017" sldId="279"/>
            <ac:spMk id="3" creationId="{E99FB347-CDF0-CFAA-D43C-7ABCD39B2B1E}"/>
          </ac:spMkLst>
        </pc:spChg>
      </pc:sldChg>
      <pc:sldChg chg="modSp add mod replId modNotesTx">
        <pc:chgData name="Jonathan Koerber" userId="edd2a315-9b82-406e-86ad-89fa1e971de3" providerId="ADAL" clId="{0D518846-EA46-422F-8BA4-DCA766CE0A6F}" dt="2026-06-22T04:20:04.078" v="674" actId="5793"/>
        <pc:sldMkLst>
          <pc:docMk/>
          <pc:sldMk cId="2680045778" sldId="280"/>
        </pc:sldMkLst>
        <pc:spChg chg="mod">
          <ac:chgData name="Jonathan Koerber" userId="edd2a315-9b82-406e-86ad-89fa1e971de3" providerId="ADAL" clId="{0D518846-EA46-422F-8BA4-DCA766CE0A6F}" dt="2026-06-22T04:18:57.153" v="568" actId="20577"/>
          <ac:spMkLst>
            <pc:docMk/>
            <pc:sldMk cId="2680045778" sldId="280"/>
            <ac:spMk id="2" creationId="{31B5CF28-1A06-26D9-1A8D-ADDBBFF63648}"/>
          </ac:spMkLst>
        </pc:spChg>
        <pc:spChg chg="mod">
          <ac:chgData name="Jonathan Koerber" userId="edd2a315-9b82-406e-86ad-89fa1e971de3" providerId="ADAL" clId="{0D518846-EA46-422F-8BA4-DCA766CE0A6F}" dt="2026-06-22T04:19:48.755" v="673" actId="20577"/>
          <ac:spMkLst>
            <pc:docMk/>
            <pc:sldMk cId="2680045778" sldId="280"/>
            <ac:spMk id="3" creationId="{EFD73D36-4B7F-FF9F-A3A5-5824959AAC03}"/>
          </ac:spMkLst>
        </pc:spChg>
      </pc:sldChg>
      <pc:sldChg chg="modSp add mod modNotesTx">
        <pc:chgData name="Jonathan Koerber" userId="edd2a315-9b82-406e-86ad-89fa1e971de3" providerId="ADAL" clId="{0D518846-EA46-422F-8BA4-DCA766CE0A6F}" dt="2026-06-22T04:21:48.478" v="883" actId="5793"/>
        <pc:sldMkLst>
          <pc:docMk/>
          <pc:sldMk cId="45534254" sldId="281"/>
        </pc:sldMkLst>
        <pc:spChg chg="mod">
          <ac:chgData name="Jonathan Koerber" userId="edd2a315-9b82-406e-86ad-89fa1e971de3" providerId="ADAL" clId="{0D518846-EA46-422F-8BA4-DCA766CE0A6F}" dt="2026-06-22T04:20:21.184" v="699" actId="20577"/>
          <ac:spMkLst>
            <pc:docMk/>
            <pc:sldMk cId="45534254" sldId="281"/>
            <ac:spMk id="2" creationId="{0A66855B-4CE7-5F5D-226A-D5AF936C68F7}"/>
          </ac:spMkLst>
        </pc:spChg>
        <pc:spChg chg="mod">
          <ac:chgData name="Jonathan Koerber" userId="edd2a315-9b82-406e-86ad-89fa1e971de3" providerId="ADAL" clId="{0D518846-EA46-422F-8BA4-DCA766CE0A6F}" dt="2026-06-22T04:21:38.332" v="882" actId="20577"/>
          <ac:spMkLst>
            <pc:docMk/>
            <pc:sldMk cId="45534254" sldId="281"/>
            <ac:spMk id="3" creationId="{0F041C73-CD5A-4C4B-F3AE-0F5409811A35}"/>
          </ac:spMkLst>
        </pc:spChg>
      </pc:sldChg>
      <pc:sldChg chg="modSp add mod replId modNotesTx">
        <pc:chgData name="Jonathan Koerber" userId="edd2a315-9b82-406e-86ad-89fa1e971de3" providerId="ADAL" clId="{0D518846-EA46-422F-8BA4-DCA766CE0A6F}" dt="2026-06-22T17:41:40.539" v="1050" actId="5793"/>
        <pc:sldMkLst>
          <pc:docMk/>
          <pc:sldMk cId="2162899377" sldId="282"/>
        </pc:sldMkLst>
        <pc:spChg chg="mod">
          <ac:chgData name="Jonathan Koerber" userId="edd2a315-9b82-406e-86ad-89fa1e971de3" providerId="ADAL" clId="{0D518846-EA46-422F-8BA4-DCA766CE0A6F}" dt="2026-06-22T17:40:10.564" v="926" actId="20577"/>
          <ac:spMkLst>
            <pc:docMk/>
            <pc:sldMk cId="2162899377" sldId="282"/>
            <ac:spMk id="2" creationId="{FF8E6BCD-A741-901B-A934-72C4EDF05303}"/>
          </ac:spMkLst>
        </pc:spChg>
        <pc:spChg chg="mod">
          <ac:chgData name="Jonathan Koerber" userId="edd2a315-9b82-406e-86ad-89fa1e971de3" providerId="ADAL" clId="{0D518846-EA46-422F-8BA4-DCA766CE0A6F}" dt="2026-06-22T17:41:17.732" v="1049" actId="15"/>
          <ac:spMkLst>
            <pc:docMk/>
            <pc:sldMk cId="2162899377" sldId="282"/>
            <ac:spMk id="3" creationId="{B9E35A60-A4C8-0CE8-346E-CD1AA240B911}"/>
          </ac:spMkLst>
        </pc:spChg>
      </pc:sldChg>
      <pc:sldChg chg="modSp add mod replId modNotesTx">
        <pc:chgData name="Jonathan Koerber" userId="edd2a315-9b82-406e-86ad-89fa1e971de3" providerId="ADAL" clId="{0D518846-EA46-422F-8BA4-DCA766CE0A6F}" dt="2026-06-22T17:44:41.388" v="1220" actId="5793"/>
        <pc:sldMkLst>
          <pc:docMk/>
          <pc:sldMk cId="2825244001" sldId="283"/>
        </pc:sldMkLst>
        <pc:spChg chg="mod">
          <ac:chgData name="Jonathan Koerber" userId="edd2a315-9b82-406e-86ad-89fa1e971de3" providerId="ADAL" clId="{0D518846-EA46-422F-8BA4-DCA766CE0A6F}" dt="2026-06-22T17:42:15.148" v="1083" actId="14100"/>
          <ac:spMkLst>
            <pc:docMk/>
            <pc:sldMk cId="2825244001" sldId="283"/>
            <ac:spMk id="2" creationId="{3D8075A1-A70F-496D-AA09-6AB054825DAD}"/>
          </ac:spMkLst>
        </pc:spChg>
        <pc:spChg chg="mod">
          <ac:chgData name="Jonathan Koerber" userId="edd2a315-9b82-406e-86ad-89fa1e971de3" providerId="ADAL" clId="{0D518846-EA46-422F-8BA4-DCA766CE0A6F}" dt="2026-06-22T17:44:31.188" v="1219" actId="15"/>
          <ac:spMkLst>
            <pc:docMk/>
            <pc:sldMk cId="2825244001" sldId="283"/>
            <ac:spMk id="3" creationId="{69096ABB-B1E3-5186-857A-CF991F88D802}"/>
          </ac:spMkLst>
        </pc:spChg>
      </pc:sldChg>
      <pc:sldChg chg="modSp add mod replId modNotesTx">
        <pc:chgData name="Jonathan Koerber" userId="edd2a315-9b82-406e-86ad-89fa1e971de3" providerId="ADAL" clId="{0D518846-EA46-422F-8BA4-DCA766CE0A6F}" dt="2026-06-22T17:47:01.994" v="1404" actId="5793"/>
        <pc:sldMkLst>
          <pc:docMk/>
          <pc:sldMk cId="2220049580" sldId="284"/>
        </pc:sldMkLst>
        <pc:spChg chg="mod">
          <ac:chgData name="Jonathan Koerber" userId="edd2a315-9b82-406e-86ad-89fa1e971de3" providerId="ADAL" clId="{0D518846-EA46-422F-8BA4-DCA766CE0A6F}" dt="2026-06-22T17:45:02.845" v="1247" actId="20577"/>
          <ac:spMkLst>
            <pc:docMk/>
            <pc:sldMk cId="2220049580" sldId="284"/>
            <ac:spMk id="2" creationId="{25A19D87-F6FE-7DA6-5502-9BAD6A3C1468}"/>
          </ac:spMkLst>
        </pc:spChg>
        <pc:spChg chg="mod">
          <ac:chgData name="Jonathan Koerber" userId="edd2a315-9b82-406e-86ad-89fa1e971de3" providerId="ADAL" clId="{0D518846-EA46-422F-8BA4-DCA766CE0A6F}" dt="2026-06-22T17:46:43.861" v="1403" actId="15"/>
          <ac:spMkLst>
            <pc:docMk/>
            <pc:sldMk cId="2220049580" sldId="284"/>
            <ac:spMk id="3" creationId="{83523FC5-826B-AA41-05F6-8C2A3FF2CFC6}"/>
          </ac:spMkLst>
        </pc:spChg>
      </pc:sldChg>
      <pc:sldChg chg="modSp add mod modNotesTx">
        <pc:chgData name="Jonathan Koerber" userId="edd2a315-9b82-406e-86ad-89fa1e971de3" providerId="ADAL" clId="{0D518846-EA46-422F-8BA4-DCA766CE0A6F}" dt="2026-06-22T17:48:52.828" v="1565" actId="5793"/>
        <pc:sldMkLst>
          <pc:docMk/>
          <pc:sldMk cId="1897242568" sldId="285"/>
        </pc:sldMkLst>
        <pc:spChg chg="mod">
          <ac:chgData name="Jonathan Koerber" userId="edd2a315-9b82-406e-86ad-89fa1e971de3" providerId="ADAL" clId="{0D518846-EA46-422F-8BA4-DCA766CE0A6F}" dt="2026-06-22T17:47:35.572" v="1435" actId="14100"/>
          <ac:spMkLst>
            <pc:docMk/>
            <pc:sldMk cId="1897242568" sldId="285"/>
            <ac:spMk id="2" creationId="{6F20A890-D05F-8A20-A81F-92381B99CF86}"/>
          </ac:spMkLst>
        </pc:spChg>
        <pc:spChg chg="mod">
          <ac:chgData name="Jonathan Koerber" userId="edd2a315-9b82-406e-86ad-89fa1e971de3" providerId="ADAL" clId="{0D518846-EA46-422F-8BA4-DCA766CE0A6F}" dt="2026-06-22T17:48:43.734" v="1564" actId="15"/>
          <ac:spMkLst>
            <pc:docMk/>
            <pc:sldMk cId="1897242568" sldId="285"/>
            <ac:spMk id="3" creationId="{5396E837-55B6-EBA3-DA4B-E1B47CFD59E5}"/>
          </ac:spMkLst>
        </pc:spChg>
      </pc:sldChg>
      <pc:sldChg chg="modSp add mod replId modNotesTx">
        <pc:chgData name="Jonathan Koerber" userId="edd2a315-9b82-406e-86ad-89fa1e971de3" providerId="ADAL" clId="{0D518846-EA46-422F-8BA4-DCA766CE0A6F}" dt="2026-06-22T17:51:20.003" v="1707" actId="5793"/>
        <pc:sldMkLst>
          <pc:docMk/>
          <pc:sldMk cId="1149852110" sldId="286"/>
        </pc:sldMkLst>
        <pc:spChg chg="mod">
          <ac:chgData name="Jonathan Koerber" userId="edd2a315-9b82-406e-86ad-89fa1e971de3" providerId="ADAL" clId="{0D518846-EA46-422F-8BA4-DCA766CE0A6F}" dt="2026-06-22T17:50:03.164" v="1598" actId="14100"/>
          <ac:spMkLst>
            <pc:docMk/>
            <pc:sldMk cId="1149852110" sldId="286"/>
            <ac:spMk id="2" creationId="{9AC90CC3-A7F7-9AF0-3347-FE0A12844EF6}"/>
          </ac:spMkLst>
        </pc:spChg>
        <pc:spChg chg="mod">
          <ac:chgData name="Jonathan Koerber" userId="edd2a315-9b82-406e-86ad-89fa1e971de3" providerId="ADAL" clId="{0D518846-EA46-422F-8BA4-DCA766CE0A6F}" dt="2026-06-22T17:50:47.870" v="1706" actId="20577"/>
          <ac:spMkLst>
            <pc:docMk/>
            <pc:sldMk cId="1149852110" sldId="286"/>
            <ac:spMk id="3" creationId="{DD7AC426-884E-EBFE-F65B-E543592FCE01}"/>
          </ac:spMkLst>
        </pc:spChg>
      </pc:sldChg>
      <pc:sldChg chg="modSp add mod replId modNotesTx">
        <pc:chgData name="Jonathan Koerber" userId="edd2a315-9b82-406e-86ad-89fa1e971de3" providerId="ADAL" clId="{0D518846-EA46-422F-8BA4-DCA766CE0A6F}" dt="2026-06-22T17:53:27.570" v="1844" actId="5793"/>
        <pc:sldMkLst>
          <pc:docMk/>
          <pc:sldMk cId="1963949705" sldId="287"/>
        </pc:sldMkLst>
        <pc:spChg chg="mod">
          <ac:chgData name="Jonathan Koerber" userId="edd2a315-9b82-406e-86ad-89fa1e971de3" providerId="ADAL" clId="{0D518846-EA46-422F-8BA4-DCA766CE0A6F}" dt="2026-06-22T17:51:57.317" v="1726" actId="20577"/>
          <ac:spMkLst>
            <pc:docMk/>
            <pc:sldMk cId="1963949705" sldId="287"/>
            <ac:spMk id="2" creationId="{CAB4E87D-A653-AB48-BF39-611678FADBD5}"/>
          </ac:spMkLst>
        </pc:spChg>
        <pc:spChg chg="mod">
          <ac:chgData name="Jonathan Koerber" userId="edd2a315-9b82-406e-86ad-89fa1e971de3" providerId="ADAL" clId="{0D518846-EA46-422F-8BA4-DCA766CE0A6F}" dt="2026-06-22T17:53:16.539" v="1843" actId="20577"/>
          <ac:spMkLst>
            <pc:docMk/>
            <pc:sldMk cId="1963949705" sldId="287"/>
            <ac:spMk id="3" creationId="{30D84E4B-2D1A-415C-F150-25AE0531036B}"/>
          </ac:spMkLst>
        </pc:spChg>
      </pc:sldChg>
      <pc:sldChg chg="modSp add mod replId modNotesTx">
        <pc:chgData name="Jonathan Koerber" userId="edd2a315-9b82-406e-86ad-89fa1e971de3" providerId="ADAL" clId="{0D518846-EA46-422F-8BA4-DCA766CE0A6F}" dt="2026-06-22T17:55:21.643" v="2031" actId="5793"/>
        <pc:sldMkLst>
          <pc:docMk/>
          <pc:sldMk cId="324610230" sldId="288"/>
        </pc:sldMkLst>
        <pc:spChg chg="mod">
          <ac:chgData name="Jonathan Koerber" userId="edd2a315-9b82-406e-86ad-89fa1e971de3" providerId="ADAL" clId="{0D518846-EA46-422F-8BA4-DCA766CE0A6F}" dt="2026-06-22T17:53:55.939" v="1879" actId="14100"/>
          <ac:spMkLst>
            <pc:docMk/>
            <pc:sldMk cId="324610230" sldId="288"/>
            <ac:spMk id="2" creationId="{E4DF09C1-4061-E9DB-7A73-9B03A4055B7C}"/>
          </ac:spMkLst>
        </pc:spChg>
        <pc:spChg chg="mod">
          <ac:chgData name="Jonathan Koerber" userId="edd2a315-9b82-406e-86ad-89fa1e971de3" providerId="ADAL" clId="{0D518846-EA46-422F-8BA4-DCA766CE0A6F}" dt="2026-06-22T17:55:11.558" v="2030" actId="20577"/>
          <ac:spMkLst>
            <pc:docMk/>
            <pc:sldMk cId="324610230" sldId="288"/>
            <ac:spMk id="3" creationId="{1AE6B1D7-1834-5CA2-3062-EC776A7E093D}"/>
          </ac:spMkLst>
        </pc:spChg>
      </pc:sldChg>
      <pc:sldChg chg="addSp delSp modSp add mod replId modNotesTx">
        <pc:chgData name="Jonathan Koerber" userId="edd2a315-9b82-406e-86ad-89fa1e971de3" providerId="ADAL" clId="{0D518846-EA46-422F-8BA4-DCA766CE0A6F}" dt="2026-06-22T17:58:38.997" v="2185" actId="20577"/>
        <pc:sldMkLst>
          <pc:docMk/>
          <pc:sldMk cId="4293449980" sldId="289"/>
        </pc:sldMkLst>
        <pc:spChg chg="mod">
          <ac:chgData name="Jonathan Koerber" userId="edd2a315-9b82-406e-86ad-89fa1e971de3" providerId="ADAL" clId="{0D518846-EA46-422F-8BA4-DCA766CE0A6F}" dt="2026-06-22T17:58:38.997" v="2185" actId="20577"/>
          <ac:spMkLst>
            <pc:docMk/>
            <pc:sldMk cId="4293449980" sldId="289"/>
            <ac:spMk id="2" creationId="{1801C519-A29B-6DA6-99BD-53C480029B8B}"/>
          </ac:spMkLst>
        </pc:spChg>
        <pc:spChg chg="mod">
          <ac:chgData name="Jonathan Koerber" userId="edd2a315-9b82-406e-86ad-89fa1e971de3" providerId="ADAL" clId="{0D518846-EA46-422F-8BA4-DCA766CE0A6F}" dt="2026-06-22T17:57:41.077" v="2157" actId="20577"/>
          <ac:spMkLst>
            <pc:docMk/>
            <pc:sldMk cId="4293449980" sldId="289"/>
            <ac:spMk id="3" creationId="{03B31961-0E71-F353-676D-045D0320D652}"/>
          </ac:spMkLst>
        </pc:spChg>
        <pc:picChg chg="add del mod modCrop">
          <ac:chgData name="Jonathan Koerber" userId="edd2a315-9b82-406e-86ad-89fa1e971de3" providerId="ADAL" clId="{0D518846-EA46-422F-8BA4-DCA766CE0A6F}" dt="2026-06-22T17:58:00.422" v="2160" actId="478"/>
          <ac:picMkLst>
            <pc:docMk/>
            <pc:sldMk cId="4293449980" sldId="289"/>
            <ac:picMk id="6" creationId="{F10FE6CD-A97E-56EF-F053-3E4EA49603D4}"/>
          </ac:picMkLst>
        </pc:picChg>
      </pc:sldChg>
      <pc:sldChg chg="modSp add mod replId modNotesTx">
        <pc:chgData name="Jonathan Koerber" userId="edd2a315-9b82-406e-86ad-89fa1e971de3" providerId="ADAL" clId="{0D518846-EA46-422F-8BA4-DCA766CE0A6F}" dt="2026-06-22T18:00:46.955" v="2422" actId="5793"/>
        <pc:sldMkLst>
          <pc:docMk/>
          <pc:sldMk cId="614250647" sldId="290"/>
        </pc:sldMkLst>
        <pc:spChg chg="mod">
          <ac:chgData name="Jonathan Koerber" userId="edd2a315-9b82-406e-86ad-89fa1e971de3" providerId="ADAL" clId="{0D518846-EA46-422F-8BA4-DCA766CE0A6F}" dt="2026-06-22T17:59:11.541" v="2239" actId="14100"/>
          <ac:spMkLst>
            <pc:docMk/>
            <pc:sldMk cId="614250647" sldId="290"/>
            <ac:spMk id="2" creationId="{4B0F03EF-69AA-78E8-D578-9ECD3AD54AB7}"/>
          </ac:spMkLst>
        </pc:spChg>
        <pc:spChg chg="mod">
          <ac:chgData name="Jonathan Koerber" userId="edd2a315-9b82-406e-86ad-89fa1e971de3" providerId="ADAL" clId="{0D518846-EA46-422F-8BA4-DCA766CE0A6F}" dt="2026-06-22T18:00:37.311" v="2421" actId="20577"/>
          <ac:spMkLst>
            <pc:docMk/>
            <pc:sldMk cId="614250647" sldId="290"/>
            <ac:spMk id="3" creationId="{5DC7F69A-1DBF-1629-85E5-626571DC2923}"/>
          </ac:spMkLst>
        </pc:spChg>
      </pc:sldChg>
      <pc:sldChg chg="modSp add mod replId modNotesTx">
        <pc:chgData name="Jonathan Koerber" userId="edd2a315-9b82-406e-86ad-89fa1e971de3" providerId="ADAL" clId="{0D518846-EA46-422F-8BA4-DCA766CE0A6F}" dt="2026-06-22T18:03:47.415" v="2610" actId="5793"/>
        <pc:sldMkLst>
          <pc:docMk/>
          <pc:sldMk cId="346262390" sldId="291"/>
        </pc:sldMkLst>
        <pc:spChg chg="mod">
          <ac:chgData name="Jonathan Koerber" userId="edd2a315-9b82-406e-86ad-89fa1e971de3" providerId="ADAL" clId="{0D518846-EA46-422F-8BA4-DCA766CE0A6F}" dt="2026-06-22T18:02:38.183" v="2505" actId="207"/>
          <ac:spMkLst>
            <pc:docMk/>
            <pc:sldMk cId="346262390" sldId="291"/>
            <ac:spMk id="2" creationId="{595A613A-AEA2-8D4A-16C5-312868793C31}"/>
          </ac:spMkLst>
        </pc:spChg>
        <pc:spChg chg="mod">
          <ac:chgData name="Jonathan Koerber" userId="edd2a315-9b82-406e-86ad-89fa1e971de3" providerId="ADAL" clId="{0D518846-EA46-422F-8BA4-DCA766CE0A6F}" dt="2026-06-22T18:03:36.354" v="2609" actId="20577"/>
          <ac:spMkLst>
            <pc:docMk/>
            <pc:sldMk cId="346262390" sldId="291"/>
            <ac:spMk id="3" creationId="{FFA1ABBB-C33A-CD68-1051-BFF6EF0A3F4F}"/>
          </ac:spMkLst>
        </pc:spChg>
      </pc:sldChg>
      <pc:sldChg chg="addSp delSp modSp add mod replId">
        <pc:chgData name="Jonathan Koerber" userId="edd2a315-9b82-406e-86ad-89fa1e971de3" providerId="ADAL" clId="{0D518846-EA46-422F-8BA4-DCA766CE0A6F}" dt="2026-06-22T18:08:17.604" v="2647" actId="20577"/>
        <pc:sldMkLst>
          <pc:docMk/>
          <pc:sldMk cId="1733635906" sldId="292"/>
        </pc:sldMkLst>
        <pc:spChg chg="mod">
          <ac:chgData name="Jonathan Koerber" userId="edd2a315-9b82-406e-86ad-89fa1e971de3" providerId="ADAL" clId="{0D518846-EA46-422F-8BA4-DCA766CE0A6F}" dt="2026-06-22T18:08:17.604" v="2647" actId="20577"/>
          <ac:spMkLst>
            <pc:docMk/>
            <pc:sldMk cId="1733635906" sldId="292"/>
            <ac:spMk id="2" creationId="{739F1535-AAB0-3055-3E38-B6514F0E760F}"/>
          </ac:spMkLst>
        </pc:spChg>
        <pc:spChg chg="del mod">
          <ac:chgData name="Jonathan Koerber" userId="edd2a315-9b82-406e-86ad-89fa1e971de3" providerId="ADAL" clId="{0D518846-EA46-422F-8BA4-DCA766CE0A6F}" dt="2026-06-22T18:07:05.313" v="2621" actId="478"/>
          <ac:spMkLst>
            <pc:docMk/>
            <pc:sldMk cId="1733635906" sldId="292"/>
            <ac:spMk id="3" creationId="{0798A615-789B-C3F6-2397-B5E7DB8D21E7}"/>
          </ac:spMkLst>
        </pc:spChg>
        <pc:spChg chg="add del mod">
          <ac:chgData name="Jonathan Koerber" userId="edd2a315-9b82-406e-86ad-89fa1e971de3" providerId="ADAL" clId="{0D518846-EA46-422F-8BA4-DCA766CE0A6F}" dt="2026-06-22T18:04:33.105" v="2617" actId="478"/>
          <ac:spMkLst>
            <pc:docMk/>
            <pc:sldMk cId="1733635906" sldId="292"/>
            <ac:spMk id="6" creationId="{FD1EA1AB-A77B-01C3-5D2C-14ED369D4D6B}"/>
          </ac:spMkLst>
        </pc:spChg>
        <pc:picChg chg="add mod">
          <ac:chgData name="Jonathan Koerber" userId="edd2a315-9b82-406e-86ad-89fa1e971de3" providerId="ADAL" clId="{0D518846-EA46-422F-8BA4-DCA766CE0A6F}" dt="2026-06-22T18:07:10.212" v="2622" actId="1076"/>
          <ac:picMkLst>
            <pc:docMk/>
            <pc:sldMk cId="1733635906" sldId="292"/>
            <ac:picMk id="8" creationId="{178404BA-071E-10FF-A7A1-3C41562C1F63}"/>
          </ac:picMkLst>
        </pc:picChg>
        <pc:picChg chg="add mod">
          <ac:chgData name="Jonathan Koerber" userId="edd2a315-9b82-406e-86ad-89fa1e971de3" providerId="ADAL" clId="{0D518846-EA46-422F-8BA4-DCA766CE0A6F}" dt="2026-06-22T18:08:03.436" v="2624" actId="1076"/>
          <ac:picMkLst>
            <pc:docMk/>
            <pc:sldMk cId="1733635906" sldId="292"/>
            <ac:picMk id="10" creationId="{AC97E2E3-6CB6-BCCA-96EA-0E36A1DC1C57}"/>
          </ac:picMkLst>
        </pc:picChg>
      </pc:sldChg>
      <pc:sldChg chg="add del">
        <pc:chgData name="Jonathan Koerber" userId="edd2a315-9b82-406e-86ad-89fa1e971de3" providerId="ADAL" clId="{0D518846-EA46-422F-8BA4-DCA766CE0A6F}" dt="2026-06-22T18:26:22.319" v="3570" actId="2696"/>
        <pc:sldMkLst>
          <pc:docMk/>
          <pc:sldMk cId="4209301538" sldId="293"/>
        </pc:sldMkLst>
      </pc:sldChg>
      <pc:sldChg chg="modSp add mod replId modNotesTx">
        <pc:chgData name="Jonathan Koerber" userId="edd2a315-9b82-406e-86ad-89fa1e971de3" providerId="ADAL" clId="{0D518846-EA46-422F-8BA4-DCA766CE0A6F}" dt="2026-06-22T18:11:11.656" v="2884" actId="20577"/>
        <pc:sldMkLst>
          <pc:docMk/>
          <pc:sldMk cId="725969875" sldId="294"/>
        </pc:sldMkLst>
        <pc:spChg chg="mod">
          <ac:chgData name="Jonathan Koerber" userId="edd2a315-9b82-406e-86ad-89fa1e971de3" providerId="ADAL" clId="{0D518846-EA46-422F-8BA4-DCA766CE0A6F}" dt="2026-06-22T18:09:07.413" v="2734" actId="20577"/>
          <ac:spMkLst>
            <pc:docMk/>
            <pc:sldMk cId="725969875" sldId="294"/>
            <ac:spMk id="2" creationId="{4D367064-9FC2-749F-987A-9ACF98423D5B}"/>
          </ac:spMkLst>
        </pc:spChg>
        <pc:spChg chg="mod">
          <ac:chgData name="Jonathan Koerber" userId="edd2a315-9b82-406e-86ad-89fa1e971de3" providerId="ADAL" clId="{0D518846-EA46-422F-8BA4-DCA766CE0A6F}" dt="2026-06-22T18:10:38.004" v="2882" actId="20577"/>
          <ac:spMkLst>
            <pc:docMk/>
            <pc:sldMk cId="725969875" sldId="294"/>
            <ac:spMk id="3" creationId="{6B97C60E-9540-15CF-DEDB-B30CF361AF5C}"/>
          </ac:spMkLst>
        </pc:spChg>
      </pc:sldChg>
      <pc:sldChg chg="modSp add mod replId modNotesTx">
        <pc:chgData name="Jonathan Koerber" userId="edd2a315-9b82-406e-86ad-89fa1e971de3" providerId="ADAL" clId="{0D518846-EA46-422F-8BA4-DCA766CE0A6F}" dt="2026-06-22T18:16:57.603" v="3320" actId="5793"/>
        <pc:sldMkLst>
          <pc:docMk/>
          <pc:sldMk cId="2855959811" sldId="295"/>
        </pc:sldMkLst>
        <pc:spChg chg="mod">
          <ac:chgData name="Jonathan Koerber" userId="edd2a315-9b82-406e-86ad-89fa1e971de3" providerId="ADAL" clId="{0D518846-EA46-422F-8BA4-DCA766CE0A6F}" dt="2026-06-22T18:15:50.045" v="3190" actId="14100"/>
          <ac:spMkLst>
            <pc:docMk/>
            <pc:sldMk cId="2855959811" sldId="295"/>
            <ac:spMk id="2" creationId="{1E6E5B04-5487-F52E-3C71-EDBBED47825D}"/>
          </ac:spMkLst>
        </pc:spChg>
        <pc:spChg chg="mod">
          <ac:chgData name="Jonathan Koerber" userId="edd2a315-9b82-406e-86ad-89fa1e971de3" providerId="ADAL" clId="{0D518846-EA46-422F-8BA4-DCA766CE0A6F}" dt="2026-06-22T18:16:47.270" v="3319" actId="20577"/>
          <ac:spMkLst>
            <pc:docMk/>
            <pc:sldMk cId="2855959811" sldId="295"/>
            <ac:spMk id="3" creationId="{28801D5E-E5D5-13F9-88C9-09DC07504BEE}"/>
          </ac:spMkLst>
        </pc:spChg>
      </pc:sldChg>
      <pc:sldChg chg="modSp add mod ord modNotesTx">
        <pc:chgData name="Jonathan Koerber" userId="edd2a315-9b82-406e-86ad-89fa1e971de3" providerId="ADAL" clId="{0D518846-EA46-422F-8BA4-DCA766CE0A6F}" dt="2026-06-22T18:14:11.292" v="3117"/>
        <pc:sldMkLst>
          <pc:docMk/>
          <pc:sldMk cId="1578707310" sldId="296"/>
        </pc:sldMkLst>
        <pc:spChg chg="mod">
          <ac:chgData name="Jonathan Koerber" userId="edd2a315-9b82-406e-86ad-89fa1e971de3" providerId="ADAL" clId="{0D518846-EA46-422F-8BA4-DCA766CE0A6F}" dt="2026-06-22T18:11:58.987" v="2915" actId="20577"/>
          <ac:spMkLst>
            <pc:docMk/>
            <pc:sldMk cId="1578707310" sldId="296"/>
            <ac:spMk id="2" creationId="{540A2B14-DE7D-9173-F046-C8B5A89FA44B}"/>
          </ac:spMkLst>
        </pc:spChg>
        <pc:spChg chg="mod">
          <ac:chgData name="Jonathan Koerber" userId="edd2a315-9b82-406e-86ad-89fa1e971de3" providerId="ADAL" clId="{0D518846-EA46-422F-8BA4-DCA766CE0A6F}" dt="2026-06-22T18:13:51.075" v="3114" actId="20577"/>
          <ac:spMkLst>
            <pc:docMk/>
            <pc:sldMk cId="1578707310" sldId="296"/>
            <ac:spMk id="3" creationId="{60675878-39B4-8317-4941-F3A0161CD85B}"/>
          </ac:spMkLst>
        </pc:spChg>
      </pc:sldChg>
      <pc:sldChg chg="modSp add mod modNotesTx">
        <pc:chgData name="Jonathan Koerber" userId="edd2a315-9b82-406e-86ad-89fa1e971de3" providerId="ADAL" clId="{0D518846-EA46-422F-8BA4-DCA766CE0A6F}" dt="2026-06-22T18:25:23.444" v="3569" actId="5793"/>
        <pc:sldMkLst>
          <pc:docMk/>
          <pc:sldMk cId="373723447" sldId="297"/>
        </pc:sldMkLst>
        <pc:spChg chg="mod">
          <ac:chgData name="Jonathan Koerber" userId="edd2a315-9b82-406e-86ad-89fa1e971de3" providerId="ADAL" clId="{0D518846-EA46-422F-8BA4-DCA766CE0A6F}" dt="2026-06-22T18:23:02.805" v="3376" actId="14100"/>
          <ac:spMkLst>
            <pc:docMk/>
            <pc:sldMk cId="373723447" sldId="297"/>
            <ac:spMk id="2" creationId="{B5CC9216-36FE-9C40-37F4-DC82D26927EA}"/>
          </ac:spMkLst>
        </pc:spChg>
        <pc:spChg chg="mod">
          <ac:chgData name="Jonathan Koerber" userId="edd2a315-9b82-406e-86ad-89fa1e971de3" providerId="ADAL" clId="{0D518846-EA46-422F-8BA4-DCA766CE0A6F}" dt="2026-06-22T18:25:09.319" v="3568" actId="313"/>
          <ac:spMkLst>
            <pc:docMk/>
            <pc:sldMk cId="373723447" sldId="297"/>
            <ac:spMk id="3" creationId="{082CE3CF-4443-51C8-C896-2F9F5A8675B8}"/>
          </ac:spMkLst>
        </pc:spChg>
      </pc:sldChg>
      <pc:sldChg chg="addSp delSp modSp add mod">
        <pc:chgData name="Jonathan Koerber" userId="edd2a315-9b82-406e-86ad-89fa1e971de3" providerId="ADAL" clId="{0D518846-EA46-422F-8BA4-DCA766CE0A6F}" dt="2026-06-22T18:30:53.270" v="3585" actId="20577"/>
        <pc:sldMkLst>
          <pc:docMk/>
          <pc:sldMk cId="1389228583" sldId="298"/>
        </pc:sldMkLst>
        <pc:spChg chg="mod">
          <ac:chgData name="Jonathan Koerber" userId="edd2a315-9b82-406e-86ad-89fa1e971de3" providerId="ADAL" clId="{0D518846-EA46-422F-8BA4-DCA766CE0A6F}" dt="2026-06-22T18:30:53.270" v="3585" actId="20577"/>
          <ac:spMkLst>
            <pc:docMk/>
            <pc:sldMk cId="1389228583" sldId="298"/>
            <ac:spMk id="2" creationId="{9DC14027-7B74-9193-6AEA-404BD6A41785}"/>
          </ac:spMkLst>
        </pc:spChg>
        <pc:spChg chg="del">
          <ac:chgData name="Jonathan Koerber" userId="edd2a315-9b82-406e-86ad-89fa1e971de3" providerId="ADAL" clId="{0D518846-EA46-422F-8BA4-DCA766CE0A6F}" dt="2026-06-22T18:30:36.954" v="3571" actId="478"/>
          <ac:spMkLst>
            <pc:docMk/>
            <pc:sldMk cId="1389228583" sldId="298"/>
            <ac:spMk id="3" creationId="{B1D7160B-7B72-420E-A4A4-407E097F1B9A}"/>
          </ac:spMkLst>
        </pc:spChg>
        <pc:picChg chg="add mod">
          <ac:chgData name="Jonathan Koerber" userId="edd2a315-9b82-406e-86ad-89fa1e971de3" providerId="ADAL" clId="{0D518846-EA46-422F-8BA4-DCA766CE0A6F}" dt="2026-06-22T18:30:44.117" v="3573" actId="1076"/>
          <ac:picMkLst>
            <pc:docMk/>
            <pc:sldMk cId="1389228583" sldId="298"/>
            <ac:picMk id="6" creationId="{17E86B7D-B327-CF1C-183D-6DD7172A84A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Welcome back, everyone. Now that we understand the skeletal framework of a web page, we must look closer at inline text semantics. HTML isn't just about positioning text block primitives; it's about giving browser parsers explicit clues regarding content importance.</a:t>
            </a:r>
          </a:p>
        </p:txBody>
      </p:sp>
    </p:spTree>
    <p:extLst>
      <p:ext uri="{BB962C8B-B14F-4D97-AF65-F5344CB8AC3E}">
        <p14:creationId xmlns:p14="http://schemas.microsoft.com/office/powerpoint/2010/main" val="3598725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When utilizing external source quotes, we use blockquotes for standalone multi-line shifts, which browsers default to indenting. For inline quotes wrapped directly inside regular paragraphs, we use the </a:t>
            </a:r>
            <a:r>
              <a:rPr lang="en-US" sz="1100" b="0" i="0" u="none" strike="noStrike" cap="none" dirty="0">
                <a:solidFill>
                  <a:srgbClr val="000000"/>
                </a:solidFill>
                <a:latin typeface="Arial"/>
                <a:ea typeface="Arial"/>
                <a:cs typeface="Arial"/>
                <a:sym typeface="Arial"/>
              </a:rPr>
              <a:t>&lt;q&gt;</a:t>
            </a:r>
            <a:r>
              <a:rPr lang="en-US" dirty="0"/>
              <a:t> tag, while passing the original work title inside a </a:t>
            </a:r>
            <a:r>
              <a:rPr lang="en-US" sz="1100" b="0" i="0" u="none" strike="noStrike" cap="none" dirty="0">
                <a:solidFill>
                  <a:srgbClr val="000000"/>
                </a:solidFill>
                <a:latin typeface="Arial"/>
                <a:ea typeface="Arial"/>
                <a:cs typeface="Arial"/>
                <a:sym typeface="Arial"/>
              </a:rPr>
              <a:t>&lt;cite&gt;</a:t>
            </a:r>
            <a:r>
              <a:rPr lang="en-US" dirty="0"/>
              <a:t> tag.</a:t>
            </a:r>
          </a:p>
        </p:txBody>
      </p:sp>
    </p:spTree>
    <p:extLst>
      <p:ext uri="{BB962C8B-B14F-4D97-AF65-F5344CB8AC3E}">
        <p14:creationId xmlns:p14="http://schemas.microsoft.com/office/powerpoint/2010/main" val="3284178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When writing software logs or math formulas, the browser normally condenses multiple spaces and line breaks into a single space. To prevent this, we wrap our code inside </a:t>
            </a:r>
            <a:r>
              <a:rPr lang="en-US" sz="1100" b="0" i="0" u="none" strike="noStrike" cap="none" dirty="0">
                <a:solidFill>
                  <a:srgbClr val="000000"/>
                </a:solidFill>
                <a:latin typeface="Arial"/>
                <a:ea typeface="Arial"/>
                <a:cs typeface="Arial"/>
                <a:sym typeface="Arial"/>
              </a:rPr>
              <a:t>&lt;pre&gt;</a:t>
            </a:r>
            <a:r>
              <a:rPr lang="en-US" dirty="0"/>
              <a:t> tags, which preserve every tab, break, and space exactly as typed in the file.</a:t>
            </a:r>
          </a:p>
        </p:txBody>
      </p:sp>
    </p:spTree>
    <p:extLst>
      <p:ext uri="{BB962C8B-B14F-4D97-AF65-F5344CB8AC3E}">
        <p14:creationId xmlns:p14="http://schemas.microsoft.com/office/powerpoint/2010/main" val="2981841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The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br</a:t>
            </a:r>
            <a:r>
              <a:rPr lang="en-US" sz="1100" b="0" i="0" u="none" strike="noStrike" cap="none" dirty="0">
                <a:solidFill>
                  <a:srgbClr val="000000"/>
                </a:solidFill>
                <a:latin typeface="Arial"/>
                <a:ea typeface="Arial"/>
                <a:cs typeface="Arial"/>
                <a:sym typeface="Arial"/>
              </a:rPr>
              <a:t>&gt;</a:t>
            </a:r>
            <a:r>
              <a:rPr lang="en-US" dirty="0"/>
              <a:t> tag forces a line break within a single text block without creating a new paragraph unit. Use it for mailing addresses or poetry, not for forcing visual gaps. To mark a major thematic shift in the content, we use the horizontal rule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hr</a:t>
            </a:r>
            <a:r>
              <a:rPr lang="en-US" sz="1100" b="0" i="0" u="none" strike="noStrike" cap="none" dirty="0">
                <a:solidFill>
                  <a:srgbClr val="000000"/>
                </a:solidFill>
                <a:latin typeface="Arial"/>
                <a:ea typeface="Arial"/>
                <a:cs typeface="Arial"/>
                <a:sym typeface="Arial"/>
              </a:rPr>
              <a:t>&gt;</a:t>
            </a:r>
            <a:r>
              <a:rPr lang="en-US" dirty="0"/>
              <a:t> tag.</a:t>
            </a:r>
          </a:p>
        </p:txBody>
      </p:sp>
    </p:spTree>
    <p:extLst>
      <p:ext uri="{BB962C8B-B14F-4D97-AF65-F5344CB8AC3E}">
        <p14:creationId xmlns:p14="http://schemas.microsoft.com/office/powerpoint/2010/main" val="1992119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Hyperlinks define the web. The anchor tag </a:t>
            </a:r>
            <a:r>
              <a:rPr lang="en-US" sz="1100" b="0" i="0" u="none" strike="noStrike" cap="none" dirty="0">
                <a:solidFill>
                  <a:srgbClr val="000000"/>
                </a:solidFill>
                <a:latin typeface="Arial"/>
                <a:ea typeface="Arial"/>
                <a:cs typeface="Arial"/>
                <a:sym typeface="Arial"/>
              </a:rPr>
              <a:t>&lt;a&gt;</a:t>
            </a:r>
            <a:r>
              <a:rPr lang="en-US" dirty="0"/>
              <a:t> requires a Hypertext Reference, or </a:t>
            </a:r>
            <a:r>
              <a:rPr lang="en-US" sz="1100" b="0" i="0" u="none" strike="noStrike" cap="none" dirty="0" err="1">
                <a:solidFill>
                  <a:srgbClr val="000000"/>
                </a:solidFill>
                <a:latin typeface="Arial"/>
                <a:ea typeface="Arial"/>
                <a:cs typeface="Arial"/>
                <a:sym typeface="Arial"/>
              </a:rPr>
              <a:t>href</a:t>
            </a:r>
            <a:r>
              <a:rPr lang="en-US" dirty="0"/>
              <a:t>, to target a location. For accessibility, your link text must describe the destination clearly; generic text like 'click here' prevents screen readers from understanding the destination out of context.</a:t>
            </a:r>
          </a:p>
        </p:txBody>
      </p:sp>
    </p:spTree>
    <p:extLst>
      <p:ext uri="{BB962C8B-B14F-4D97-AF65-F5344CB8AC3E}">
        <p14:creationId xmlns:p14="http://schemas.microsoft.com/office/powerpoint/2010/main" val="2106573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An absolute URL includes the protocol and domain (e.g., </a:t>
            </a:r>
            <a:r>
              <a:rPr lang="en-US" sz="1100" b="0" i="0" u="none" strike="noStrike" cap="none" dirty="0">
                <a:solidFill>
                  <a:srgbClr val="000000"/>
                </a:solidFill>
                <a:latin typeface="Arial"/>
                <a:ea typeface="Arial"/>
                <a:cs typeface="Arial"/>
                <a:sym typeface="Arial"/>
              </a:rPr>
              <a:t>[https://site.com/page](https://site.com/page)</a:t>
            </a:r>
            <a:r>
              <a:rPr lang="en-US" dirty="0"/>
              <a:t>), pointing to a specific location on the global web. A relative URL looks locally inside your folder structure. If you move project files around, relative links will break unless your directory structure matches exactly.</a:t>
            </a:r>
          </a:p>
        </p:txBody>
      </p:sp>
    </p:spTree>
    <p:extLst>
      <p:ext uri="{BB962C8B-B14F-4D97-AF65-F5344CB8AC3E}">
        <p14:creationId xmlns:p14="http://schemas.microsoft.com/office/powerpoint/2010/main" val="108116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Links don't just point to other websites; they can navigate directly to specific sections on the same page. By adding a unique </a:t>
            </a:r>
            <a:r>
              <a:rPr lang="en-US" sz="1100" b="0" i="0" u="none" strike="noStrike" cap="none" dirty="0">
                <a:solidFill>
                  <a:srgbClr val="000000"/>
                </a:solidFill>
                <a:latin typeface="Arial"/>
                <a:ea typeface="Arial"/>
                <a:cs typeface="Arial"/>
                <a:sym typeface="Arial"/>
              </a:rPr>
              <a:t>id</a:t>
            </a:r>
            <a:r>
              <a:rPr lang="en-US" dirty="0"/>
              <a:t> attribute to an element, you can target it from an anchor tag by putting a hash symbol </a:t>
            </a:r>
            <a:r>
              <a:rPr lang="en-US" sz="1100" b="0" i="0" u="none" strike="noStrike" cap="none" dirty="0">
                <a:solidFill>
                  <a:srgbClr val="000000"/>
                </a:solidFill>
                <a:latin typeface="Arial"/>
                <a:ea typeface="Arial"/>
                <a:cs typeface="Arial"/>
                <a:sym typeface="Arial"/>
              </a:rPr>
              <a:t>#</a:t>
            </a:r>
            <a:r>
              <a:rPr lang="en-US" dirty="0"/>
              <a:t> followed by that element's ID inside the </a:t>
            </a:r>
            <a:r>
              <a:rPr lang="en-US" sz="1100" b="0" i="0" u="none" strike="noStrike" cap="none" dirty="0" err="1">
                <a:solidFill>
                  <a:srgbClr val="000000"/>
                </a:solidFill>
                <a:latin typeface="Arial"/>
                <a:ea typeface="Arial"/>
                <a:cs typeface="Arial"/>
                <a:sym typeface="Arial"/>
              </a:rPr>
              <a:t>href</a:t>
            </a:r>
            <a:r>
              <a:rPr lang="en-US" dirty="0"/>
              <a:t> attribute."</a:t>
            </a:r>
          </a:p>
        </p:txBody>
      </p:sp>
    </p:spTree>
    <p:extLst>
      <p:ext uri="{BB962C8B-B14F-4D97-AF65-F5344CB8AC3E}">
        <p14:creationId xmlns:p14="http://schemas.microsoft.com/office/powerpoint/2010/main" val="1368526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The </a:t>
            </a:r>
            <a:r>
              <a:rPr lang="en-US" sz="1100" b="0" i="0" u="none" strike="noStrike" cap="none" dirty="0" err="1">
                <a:solidFill>
                  <a:srgbClr val="000000"/>
                </a:solidFill>
                <a:latin typeface="Arial"/>
                <a:ea typeface="Arial"/>
                <a:cs typeface="Arial"/>
                <a:sym typeface="Arial"/>
              </a:rPr>
              <a:t>href</a:t>
            </a:r>
            <a:r>
              <a:rPr lang="en-US" dirty="0"/>
              <a:t> attribute supports communication protocols beyond standard HTTP. Prefixes like </a:t>
            </a:r>
            <a:r>
              <a:rPr lang="en-US" sz="1100" b="0" i="0" u="none" strike="noStrike" cap="none" dirty="0">
                <a:solidFill>
                  <a:srgbClr val="000000"/>
                </a:solidFill>
                <a:latin typeface="Arial"/>
                <a:ea typeface="Arial"/>
                <a:cs typeface="Arial"/>
                <a:sym typeface="Arial"/>
              </a:rPr>
              <a:t>mailto:</a:t>
            </a:r>
            <a:r>
              <a:rPr lang="en-US" dirty="0"/>
              <a:t> launch user email clients, while </a:t>
            </a:r>
            <a:r>
              <a:rPr lang="en-US" sz="1100" b="0" i="0" u="none" strike="noStrike" cap="none" dirty="0" err="1">
                <a:solidFill>
                  <a:srgbClr val="000000"/>
                </a:solidFill>
                <a:latin typeface="Arial"/>
                <a:ea typeface="Arial"/>
                <a:cs typeface="Arial"/>
                <a:sym typeface="Arial"/>
              </a:rPr>
              <a:t>tel</a:t>
            </a:r>
            <a:r>
              <a:rPr lang="en-US" sz="1100" b="0" i="0" u="none" strike="noStrike" cap="none" dirty="0">
                <a:solidFill>
                  <a:srgbClr val="000000"/>
                </a:solidFill>
                <a:latin typeface="Arial"/>
                <a:ea typeface="Arial"/>
                <a:cs typeface="Arial"/>
                <a:sym typeface="Arial"/>
              </a:rPr>
              <a:t>:</a:t>
            </a:r>
            <a:r>
              <a:rPr lang="en-US" dirty="0"/>
              <a:t> initiates dialing protocols on mobile devices. When opening links in a new tab via </a:t>
            </a:r>
            <a:r>
              <a:rPr lang="en-US" sz="1100" b="0" i="0" u="none" strike="noStrike" cap="none" dirty="0">
                <a:solidFill>
                  <a:srgbClr val="000000"/>
                </a:solidFill>
                <a:latin typeface="Arial"/>
                <a:ea typeface="Arial"/>
                <a:cs typeface="Arial"/>
                <a:sym typeface="Arial"/>
              </a:rPr>
              <a:t>target="_blank"</a:t>
            </a:r>
            <a:r>
              <a:rPr lang="en-US" dirty="0"/>
              <a:t>, remember to use security tags like </a:t>
            </a:r>
            <a:r>
              <a:rPr lang="en-US" sz="1100" b="0" i="0" u="none" strike="noStrike" cap="none" dirty="0" err="1">
                <a:solidFill>
                  <a:srgbClr val="000000"/>
                </a:solidFill>
                <a:latin typeface="Arial"/>
                <a:ea typeface="Arial"/>
                <a:cs typeface="Arial"/>
                <a:sym typeface="Arial"/>
              </a:rPr>
              <a:t>rel</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noopener</a:t>
            </a:r>
            <a:r>
              <a:rPr lang="en-US" sz="1100" b="0" i="0" u="none" strike="noStrike" cap="none" dirty="0">
                <a:solidFill>
                  <a:srgbClr val="000000"/>
                </a:solidFill>
                <a:latin typeface="Arial"/>
                <a:ea typeface="Arial"/>
                <a:cs typeface="Arial"/>
                <a:sym typeface="Arial"/>
              </a:rPr>
              <a:t>"</a:t>
            </a:r>
            <a:r>
              <a:rPr lang="en-US" dirty="0"/>
              <a:t> to isolate browser processes.</a:t>
            </a:r>
          </a:p>
        </p:txBody>
      </p:sp>
    </p:spTree>
    <p:extLst>
      <p:ext uri="{BB962C8B-B14F-4D97-AF65-F5344CB8AC3E}">
        <p14:creationId xmlns:p14="http://schemas.microsoft.com/office/powerpoint/2010/main" val="25988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Adding imagery requires balancing asset size with visual quality. JPEGs are best for complex photos, while PNGs support transparency for logos. Today, modern workflows favor </a:t>
            </a:r>
            <a:r>
              <a:rPr lang="en-US" dirty="0" err="1"/>
              <a:t>WebP</a:t>
            </a:r>
            <a:r>
              <a:rPr lang="en-US" dirty="0"/>
              <a:t> for superior data compression and SVGs for infinitely scalable vector graphics.</a:t>
            </a:r>
          </a:p>
        </p:txBody>
      </p:sp>
    </p:spTree>
    <p:extLst>
      <p:ext uri="{BB962C8B-B14F-4D97-AF65-F5344CB8AC3E}">
        <p14:creationId xmlns:p14="http://schemas.microsoft.com/office/powerpoint/2010/main" val="3796514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The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img</a:t>
            </a:r>
            <a:r>
              <a:rPr lang="en-US" sz="1100" b="0" i="0" u="none" strike="noStrike" cap="none" dirty="0">
                <a:solidFill>
                  <a:srgbClr val="000000"/>
                </a:solidFill>
                <a:latin typeface="Arial"/>
                <a:ea typeface="Arial"/>
                <a:cs typeface="Arial"/>
                <a:sym typeface="Arial"/>
              </a:rPr>
              <a:t>&gt;</a:t>
            </a:r>
            <a:r>
              <a:rPr lang="en-US" dirty="0"/>
              <a:t> tag is a self-closing inline element that embeds an asset on your page. The </a:t>
            </a:r>
            <a:r>
              <a:rPr lang="en-US" sz="1100" b="0" i="0" u="none" strike="noStrike" cap="none" dirty="0" err="1">
                <a:solidFill>
                  <a:srgbClr val="000000"/>
                </a:solidFill>
                <a:latin typeface="Arial"/>
                <a:ea typeface="Arial"/>
                <a:cs typeface="Arial"/>
                <a:sym typeface="Arial"/>
              </a:rPr>
              <a:t>src</a:t>
            </a:r>
            <a:r>
              <a:rPr lang="en-US" dirty="0"/>
              <a:t> attribute holds the image file path. While you can specify pixel layout sizes directly using width and height attributes, modern practices use CSS rules to make images fluidly adjust across screens.</a:t>
            </a:r>
          </a:p>
        </p:txBody>
      </p:sp>
    </p:spTree>
    <p:extLst>
      <p:ext uri="{BB962C8B-B14F-4D97-AF65-F5344CB8AC3E}">
        <p14:creationId xmlns:p14="http://schemas.microsoft.com/office/powerpoint/2010/main" val="3669250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Every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img</a:t>
            </a:r>
            <a:r>
              <a:rPr lang="en-US" sz="1100" b="0" i="0" u="none" strike="noStrike" cap="none" dirty="0">
                <a:solidFill>
                  <a:srgbClr val="000000"/>
                </a:solidFill>
                <a:latin typeface="Arial"/>
                <a:ea typeface="Arial"/>
                <a:cs typeface="Arial"/>
                <a:sym typeface="Arial"/>
              </a:rPr>
              <a:t>&gt;</a:t>
            </a:r>
            <a:r>
              <a:rPr lang="en-US" dirty="0"/>
              <a:t> tag must include an alternative text, or </a:t>
            </a:r>
            <a:r>
              <a:rPr lang="en-US" sz="1100" b="0" i="0" u="none" strike="noStrike" cap="none" dirty="0">
                <a:solidFill>
                  <a:srgbClr val="000000"/>
                </a:solidFill>
                <a:latin typeface="Arial"/>
                <a:ea typeface="Arial"/>
                <a:cs typeface="Arial"/>
                <a:sym typeface="Arial"/>
              </a:rPr>
              <a:t>alt</a:t>
            </a:r>
            <a:r>
              <a:rPr lang="en-US" dirty="0"/>
              <a:t>, attribute. If the image fails to load, or if a visually impaired user relies on a screen reader, this text serves as the content replacement. If an image is purely decorative, you still include the </a:t>
            </a:r>
            <a:r>
              <a:rPr lang="en-US" sz="1100" b="0" i="0" u="none" strike="noStrike" cap="none" dirty="0">
                <a:solidFill>
                  <a:srgbClr val="000000"/>
                </a:solidFill>
                <a:latin typeface="Arial"/>
                <a:ea typeface="Arial"/>
                <a:cs typeface="Arial"/>
                <a:sym typeface="Arial"/>
              </a:rPr>
              <a:t>alt</a:t>
            </a:r>
            <a:r>
              <a:rPr lang="en-US" dirty="0"/>
              <a:t> attribute, but leave it empty (</a:t>
            </a:r>
            <a:r>
              <a:rPr lang="en-US" sz="1100" b="0" i="0" u="none" strike="noStrike" cap="none" dirty="0">
                <a:solidFill>
                  <a:srgbClr val="000000"/>
                </a:solidFill>
                <a:latin typeface="Arial"/>
                <a:ea typeface="Arial"/>
                <a:cs typeface="Arial"/>
                <a:sym typeface="Arial"/>
              </a:rPr>
              <a:t>alt=""</a:t>
            </a:r>
            <a:r>
              <a:rPr lang="en-US" dirty="0"/>
              <a:t>) so screen readers know to skip it entirely.</a:t>
            </a:r>
          </a:p>
        </p:txBody>
      </p:sp>
    </p:spTree>
    <p:extLst>
      <p:ext uri="{BB962C8B-B14F-4D97-AF65-F5344CB8AC3E}">
        <p14:creationId xmlns:p14="http://schemas.microsoft.com/office/powerpoint/2010/main" val="367476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To group images with a visible label or caption, HTML5 provides the </a:t>
            </a:r>
            <a:r>
              <a:rPr lang="en-US" sz="1100" b="0" i="0" u="none" strike="noStrike" cap="none" dirty="0">
                <a:solidFill>
                  <a:srgbClr val="000000"/>
                </a:solidFill>
                <a:latin typeface="Arial"/>
                <a:ea typeface="Arial"/>
                <a:cs typeface="Arial"/>
                <a:sym typeface="Arial"/>
              </a:rPr>
              <a:t>&lt;figure&gt;</a:t>
            </a:r>
            <a:r>
              <a:rPr lang="en-US" dirty="0"/>
              <a:t> and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figcaption</a:t>
            </a:r>
            <a:r>
              <a:rPr lang="en-US" sz="1100" b="0" i="0" u="none" strike="noStrike" cap="none" dirty="0">
                <a:solidFill>
                  <a:srgbClr val="000000"/>
                </a:solidFill>
                <a:latin typeface="Arial"/>
                <a:ea typeface="Arial"/>
                <a:cs typeface="Arial"/>
                <a:sym typeface="Arial"/>
              </a:rPr>
              <a:t>&gt;</a:t>
            </a:r>
            <a:r>
              <a:rPr lang="en-US" dirty="0"/>
              <a:t> elements. Wrapping your asset in a </a:t>
            </a:r>
            <a:r>
              <a:rPr lang="en-US" sz="1100" b="0" i="0" u="none" strike="noStrike" cap="none" dirty="0">
                <a:solidFill>
                  <a:srgbClr val="000000"/>
                </a:solidFill>
                <a:latin typeface="Arial"/>
                <a:ea typeface="Arial"/>
                <a:cs typeface="Arial"/>
                <a:sym typeface="Arial"/>
              </a:rPr>
              <a:t>&lt;figure&gt;</a:t>
            </a:r>
            <a:r>
              <a:rPr lang="en-US" dirty="0"/>
              <a:t> block clearly marks the media as an independent content unit, while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figcaption</a:t>
            </a:r>
            <a:r>
              <a:rPr lang="en-US" sz="1100" b="0" i="0" u="none" strike="noStrike" cap="none" dirty="0">
                <a:solidFill>
                  <a:srgbClr val="000000"/>
                </a:solidFill>
                <a:latin typeface="Arial"/>
                <a:ea typeface="Arial"/>
                <a:cs typeface="Arial"/>
                <a:sym typeface="Arial"/>
              </a:rPr>
              <a:t>&gt;</a:t>
            </a:r>
            <a:r>
              <a:rPr lang="en-US" dirty="0"/>
              <a:t> handles the accompanying label text.</a:t>
            </a:r>
          </a:p>
        </p:txBody>
      </p:sp>
    </p:spTree>
    <p:extLst>
      <p:ext uri="{BB962C8B-B14F-4D97-AF65-F5344CB8AC3E}">
        <p14:creationId xmlns:p14="http://schemas.microsoft.com/office/powerpoint/2010/main" val="2174725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Tables should strictly be used for organizing row-and-column tabular data, like financial reports or schedules. In the early days of web design, developers used tables to build page layouts, which severely compromised site accessibility and responsiveness. Today, layouts are handled entirely by CSS.</a:t>
            </a:r>
          </a:p>
        </p:txBody>
      </p:sp>
    </p:spTree>
    <p:extLst>
      <p:ext uri="{BB962C8B-B14F-4D97-AF65-F5344CB8AC3E}">
        <p14:creationId xmlns:p14="http://schemas.microsoft.com/office/powerpoint/2010/main" val="989940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A table is constructed layer-by-layer using rows. The </a:t>
            </a:r>
            <a:r>
              <a:rPr lang="en-US" sz="1100" b="0" i="0" u="none" strike="noStrike" cap="none" dirty="0">
                <a:solidFill>
                  <a:srgbClr val="000000"/>
                </a:solidFill>
                <a:latin typeface="Arial"/>
                <a:ea typeface="Arial"/>
                <a:cs typeface="Arial"/>
                <a:sym typeface="Arial"/>
              </a:rPr>
              <a:t>&lt;tr&gt;</a:t>
            </a:r>
            <a:r>
              <a:rPr lang="en-US" dirty="0"/>
              <a:t> tag defines a table row. Inside each row, you place individual cell nodes. We use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th</a:t>
            </a:r>
            <a:r>
              <a:rPr lang="en-US" sz="1100" b="0" i="0" u="none" strike="noStrike" cap="none" dirty="0">
                <a:solidFill>
                  <a:srgbClr val="000000"/>
                </a:solidFill>
                <a:latin typeface="Arial"/>
                <a:ea typeface="Arial"/>
                <a:cs typeface="Arial"/>
                <a:sym typeface="Arial"/>
              </a:rPr>
              <a:t>&gt;</a:t>
            </a:r>
            <a:r>
              <a:rPr lang="en-US" dirty="0"/>
              <a:t> for top or side header labels—which render bold and centered by default—and standard </a:t>
            </a:r>
            <a:r>
              <a:rPr lang="en-US" sz="1100" b="0" i="0" u="none" strike="noStrike" cap="none" dirty="0">
                <a:solidFill>
                  <a:srgbClr val="000000"/>
                </a:solidFill>
                <a:latin typeface="Arial"/>
                <a:ea typeface="Arial"/>
                <a:cs typeface="Arial"/>
                <a:sym typeface="Arial"/>
              </a:rPr>
              <a:t>&lt;td&gt;</a:t>
            </a:r>
            <a:r>
              <a:rPr lang="en-US" dirty="0"/>
              <a:t> cells for the raw data values.</a:t>
            </a:r>
          </a:p>
        </p:txBody>
      </p:sp>
    </p:spTree>
    <p:extLst>
      <p:ext uri="{BB962C8B-B14F-4D97-AF65-F5344CB8AC3E}">
        <p14:creationId xmlns:p14="http://schemas.microsoft.com/office/powerpoint/2010/main" val="1806719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For complex datasets, you can split your table into semantic header, body, and footer sections using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thead</a:t>
            </a:r>
            <a:r>
              <a:rPr lang="en-US" sz="1100" b="0" i="0" u="none" strike="noStrike" cap="none" dirty="0">
                <a:solidFill>
                  <a:srgbClr val="000000"/>
                </a:solidFill>
                <a:latin typeface="Arial"/>
                <a:ea typeface="Arial"/>
                <a:cs typeface="Arial"/>
                <a:sym typeface="Arial"/>
              </a:rPr>
              <a:t>&gt;</a:t>
            </a:r>
            <a:r>
              <a:rPr lang="en-US" dirty="0"/>
              <a:t>,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tbody</a:t>
            </a:r>
            <a:r>
              <a:rPr lang="en-US" sz="1100" b="0" i="0" u="none" strike="noStrike" cap="none" dirty="0">
                <a:solidFill>
                  <a:srgbClr val="000000"/>
                </a:solidFill>
                <a:latin typeface="Arial"/>
                <a:ea typeface="Arial"/>
                <a:cs typeface="Arial"/>
                <a:sym typeface="Arial"/>
              </a:rPr>
              <a:t>&gt;</a:t>
            </a:r>
            <a:r>
              <a:rPr lang="en-US" dirty="0"/>
              <a:t>, and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tfoot</a:t>
            </a:r>
            <a:r>
              <a:rPr lang="en-US" sz="1100" b="0" i="0" u="none" strike="noStrike" cap="none" dirty="0">
                <a:solidFill>
                  <a:srgbClr val="000000"/>
                </a:solidFill>
                <a:latin typeface="Arial"/>
                <a:ea typeface="Arial"/>
                <a:cs typeface="Arial"/>
                <a:sym typeface="Arial"/>
              </a:rPr>
              <a:t>&gt;</a:t>
            </a:r>
            <a:r>
              <a:rPr lang="en-US" dirty="0"/>
              <a:t>. Adding a </a:t>
            </a:r>
            <a:r>
              <a:rPr lang="en-US" sz="1100" b="0" i="0" u="none" strike="noStrike" cap="none" dirty="0">
                <a:solidFill>
                  <a:srgbClr val="000000"/>
                </a:solidFill>
                <a:latin typeface="Arial"/>
                <a:ea typeface="Arial"/>
                <a:cs typeface="Arial"/>
                <a:sym typeface="Arial"/>
              </a:rPr>
              <a:t>&lt;caption&gt;</a:t>
            </a:r>
            <a:r>
              <a:rPr lang="en-US" dirty="0"/>
              <a:t> tag right below the opening </a:t>
            </a:r>
            <a:r>
              <a:rPr lang="en-US" sz="1100" b="0" i="0" u="none" strike="noStrike" cap="none" dirty="0">
                <a:solidFill>
                  <a:srgbClr val="000000"/>
                </a:solidFill>
                <a:latin typeface="Arial"/>
                <a:ea typeface="Arial"/>
                <a:cs typeface="Arial"/>
                <a:sym typeface="Arial"/>
              </a:rPr>
              <a:t>&lt;table&gt;</a:t>
            </a:r>
            <a:r>
              <a:rPr lang="en-US" dirty="0"/>
              <a:t> tag provides an immediate textual summary, which is highly beneficial for both screen reader navigation and clear visual hierarchy.</a:t>
            </a:r>
          </a:p>
        </p:txBody>
      </p:sp>
    </p:spTree>
    <p:extLst>
      <p:ext uri="{BB962C8B-B14F-4D97-AF65-F5344CB8AC3E}">
        <p14:creationId xmlns:p14="http://schemas.microsoft.com/office/powerpoint/2010/main" val="2089110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Forms allow users to interact with your application by sending data back to a server. The </a:t>
            </a:r>
            <a:r>
              <a:rPr lang="en-US" sz="1100" b="0" i="0" u="none" strike="noStrike" cap="none" dirty="0">
                <a:solidFill>
                  <a:srgbClr val="000000"/>
                </a:solidFill>
                <a:latin typeface="Arial"/>
                <a:ea typeface="Arial"/>
                <a:cs typeface="Arial"/>
                <a:sym typeface="Arial"/>
              </a:rPr>
              <a:t>&lt;form&gt;</a:t>
            </a:r>
            <a:r>
              <a:rPr lang="en-US" dirty="0"/>
              <a:t> tag acts as the orchestrator. Its </a:t>
            </a:r>
            <a:r>
              <a:rPr lang="en-US" sz="1100" b="0" i="0" u="none" strike="noStrike" cap="none" dirty="0">
                <a:solidFill>
                  <a:srgbClr val="000000"/>
                </a:solidFill>
                <a:latin typeface="Arial"/>
                <a:ea typeface="Arial"/>
                <a:cs typeface="Arial"/>
                <a:sym typeface="Arial"/>
              </a:rPr>
              <a:t>action</a:t>
            </a:r>
            <a:r>
              <a:rPr lang="en-US" dirty="0"/>
              <a:t> attribute dictates the server-side URL destination path for processing, while the </a:t>
            </a:r>
            <a:r>
              <a:rPr lang="en-US" sz="1100" b="0" i="0" u="none" strike="noStrike" cap="none" dirty="0">
                <a:solidFill>
                  <a:srgbClr val="000000"/>
                </a:solidFill>
                <a:latin typeface="Arial"/>
                <a:ea typeface="Arial"/>
                <a:cs typeface="Arial"/>
                <a:sym typeface="Arial"/>
              </a:rPr>
              <a:t>method</a:t>
            </a:r>
            <a:r>
              <a:rPr lang="en-US" dirty="0"/>
              <a:t> attribute defines the transmission type—typically </a:t>
            </a:r>
            <a:r>
              <a:rPr lang="en-US" sz="1100" b="0" i="0" u="none" strike="noStrike" cap="none" dirty="0">
                <a:solidFill>
                  <a:srgbClr val="000000"/>
                </a:solidFill>
                <a:latin typeface="Arial"/>
                <a:ea typeface="Arial"/>
                <a:cs typeface="Arial"/>
                <a:sym typeface="Arial"/>
              </a:rPr>
              <a:t>GET</a:t>
            </a:r>
            <a:r>
              <a:rPr lang="en-US" dirty="0"/>
              <a:t> or </a:t>
            </a:r>
            <a:r>
              <a:rPr lang="en-US" sz="1100" b="0" i="0" u="none" strike="noStrike" cap="none" dirty="0">
                <a:solidFill>
                  <a:srgbClr val="000000"/>
                </a:solidFill>
                <a:latin typeface="Arial"/>
                <a:ea typeface="Arial"/>
                <a:cs typeface="Arial"/>
                <a:sym typeface="Arial"/>
              </a:rPr>
              <a:t>POST</a:t>
            </a:r>
            <a:r>
              <a:rPr lang="en-US" dirty="0"/>
              <a:t>.</a:t>
            </a:r>
          </a:p>
        </p:txBody>
      </p:sp>
    </p:spTree>
    <p:extLst>
      <p:ext uri="{BB962C8B-B14F-4D97-AF65-F5344CB8AC3E}">
        <p14:creationId xmlns:p14="http://schemas.microsoft.com/office/powerpoint/2010/main" val="117847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The </a:t>
            </a:r>
            <a:r>
              <a:rPr lang="en-US" sz="1100" b="0" i="0" u="none" strike="noStrike" cap="none" dirty="0">
                <a:solidFill>
                  <a:srgbClr val="000000"/>
                </a:solidFill>
                <a:latin typeface="Arial"/>
                <a:ea typeface="Arial"/>
                <a:cs typeface="Arial"/>
                <a:sym typeface="Arial"/>
              </a:rPr>
              <a:t>&lt;input&gt;</a:t>
            </a:r>
            <a:r>
              <a:rPr lang="en-US" dirty="0"/>
              <a:t> tag changes its behavior entirely based on its </a:t>
            </a:r>
            <a:r>
              <a:rPr lang="en-US" sz="1100" b="0" i="0" u="none" strike="noStrike" cap="none" dirty="0">
                <a:solidFill>
                  <a:srgbClr val="000000"/>
                </a:solidFill>
                <a:latin typeface="Arial"/>
                <a:ea typeface="Arial"/>
                <a:cs typeface="Arial"/>
                <a:sym typeface="Arial"/>
              </a:rPr>
              <a:t>type</a:t>
            </a:r>
            <a:r>
              <a:rPr lang="en-US" dirty="0"/>
              <a:t> attribute. Setting it to </a:t>
            </a:r>
            <a:r>
              <a:rPr lang="en-US" sz="1100" b="0" i="0" u="none" strike="noStrike" cap="none" dirty="0">
                <a:solidFill>
                  <a:srgbClr val="000000"/>
                </a:solidFill>
                <a:latin typeface="Arial"/>
                <a:ea typeface="Arial"/>
                <a:cs typeface="Arial"/>
                <a:sym typeface="Arial"/>
              </a:rPr>
              <a:t>text</a:t>
            </a:r>
            <a:r>
              <a:rPr lang="en-US" dirty="0"/>
              <a:t>, </a:t>
            </a:r>
            <a:r>
              <a:rPr lang="en-US" sz="1100" b="0" i="0" u="none" strike="noStrike" cap="none" dirty="0">
                <a:solidFill>
                  <a:srgbClr val="000000"/>
                </a:solidFill>
                <a:latin typeface="Arial"/>
                <a:ea typeface="Arial"/>
                <a:cs typeface="Arial"/>
                <a:sym typeface="Arial"/>
              </a:rPr>
              <a:t>password</a:t>
            </a:r>
            <a:r>
              <a:rPr lang="en-US" dirty="0"/>
              <a:t>, </a:t>
            </a:r>
            <a:r>
              <a:rPr lang="en-US" sz="1100" b="0" i="0" u="none" strike="noStrike" cap="none" dirty="0">
                <a:solidFill>
                  <a:srgbClr val="000000"/>
                </a:solidFill>
                <a:latin typeface="Arial"/>
                <a:ea typeface="Arial"/>
                <a:cs typeface="Arial"/>
                <a:sym typeface="Arial"/>
              </a:rPr>
              <a:t>checkbox</a:t>
            </a:r>
            <a:r>
              <a:rPr lang="en-US" dirty="0"/>
              <a:t>, or </a:t>
            </a:r>
            <a:r>
              <a:rPr lang="en-US" sz="1100" b="0" i="0" u="none" strike="noStrike" cap="none" dirty="0">
                <a:solidFill>
                  <a:srgbClr val="000000"/>
                </a:solidFill>
                <a:latin typeface="Arial"/>
                <a:ea typeface="Arial"/>
                <a:cs typeface="Arial"/>
                <a:sym typeface="Arial"/>
              </a:rPr>
              <a:t>radio</a:t>
            </a:r>
            <a:r>
              <a:rPr lang="en-US" dirty="0"/>
              <a:t> alters the interface control element displayed to the user. Additionally, every input must have a unique </a:t>
            </a:r>
            <a:r>
              <a:rPr lang="en-US" sz="1100" b="0" i="0" u="none" strike="noStrike" cap="none" dirty="0">
                <a:solidFill>
                  <a:srgbClr val="000000"/>
                </a:solidFill>
                <a:latin typeface="Arial"/>
                <a:ea typeface="Arial"/>
                <a:cs typeface="Arial"/>
                <a:sym typeface="Arial"/>
              </a:rPr>
              <a:t>name</a:t>
            </a:r>
            <a:r>
              <a:rPr lang="en-US" dirty="0"/>
              <a:t> attribute, as this acts as the data key the backend server reads to parse the user's input.</a:t>
            </a:r>
          </a:p>
        </p:txBody>
      </p:sp>
    </p:spTree>
    <p:extLst>
      <p:ext uri="{BB962C8B-B14F-4D97-AF65-F5344CB8AC3E}">
        <p14:creationId xmlns:p14="http://schemas.microsoft.com/office/powerpoint/2010/main" val="26825672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Never leave form controls floating without clear text descriptions. The </a:t>
            </a:r>
            <a:r>
              <a:rPr lang="en-US" sz="1100" b="0" i="0" u="none" strike="noStrike" cap="none" dirty="0">
                <a:solidFill>
                  <a:srgbClr val="000000"/>
                </a:solidFill>
                <a:latin typeface="Arial"/>
                <a:ea typeface="Arial"/>
                <a:cs typeface="Arial"/>
                <a:sym typeface="Arial"/>
              </a:rPr>
              <a:t>&lt;label&gt;</a:t>
            </a:r>
            <a:r>
              <a:rPr lang="en-US" dirty="0"/>
              <a:t> element formally links a text description to an input control. By matching the label's </a:t>
            </a:r>
            <a:r>
              <a:rPr lang="en-US" sz="1100" b="0" i="0" u="none" strike="noStrike" cap="none" dirty="0">
                <a:solidFill>
                  <a:srgbClr val="000000"/>
                </a:solidFill>
                <a:latin typeface="Arial"/>
                <a:ea typeface="Arial"/>
                <a:cs typeface="Arial"/>
                <a:sym typeface="Arial"/>
              </a:rPr>
              <a:t>for</a:t>
            </a:r>
            <a:r>
              <a:rPr lang="en-US" dirty="0"/>
              <a:t> attribute to the input's unique </a:t>
            </a:r>
            <a:r>
              <a:rPr lang="en-US" sz="1100" b="0" i="0" u="none" strike="noStrike" cap="none" dirty="0">
                <a:solidFill>
                  <a:srgbClr val="000000"/>
                </a:solidFill>
                <a:latin typeface="Arial"/>
                <a:ea typeface="Arial"/>
                <a:cs typeface="Arial"/>
                <a:sym typeface="Arial"/>
              </a:rPr>
              <a:t>id</a:t>
            </a:r>
            <a:r>
              <a:rPr lang="en-US" dirty="0"/>
              <a:t>, you maximize screen reader accessibility and expand the click target area to include the text label itself.</a:t>
            </a:r>
          </a:p>
        </p:txBody>
      </p:sp>
    </p:spTree>
    <p:extLst>
      <p:ext uri="{BB962C8B-B14F-4D97-AF65-F5344CB8AC3E}">
        <p14:creationId xmlns:p14="http://schemas.microsoft.com/office/powerpoint/2010/main" val="21896602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For complex inputs, use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textarea</a:t>
            </a:r>
            <a:r>
              <a:rPr lang="en-US" sz="1100" b="0" i="0" u="none" strike="noStrike" cap="none" dirty="0">
                <a:solidFill>
                  <a:srgbClr val="000000"/>
                </a:solidFill>
                <a:latin typeface="Arial"/>
                <a:ea typeface="Arial"/>
                <a:cs typeface="Arial"/>
                <a:sym typeface="Arial"/>
              </a:rPr>
              <a:t>&gt;</a:t>
            </a:r>
            <a:r>
              <a:rPr lang="en-US" dirty="0"/>
              <a:t> for multi-line text and </a:t>
            </a:r>
            <a:r>
              <a:rPr lang="en-US" sz="1100" b="0" i="0" u="none" strike="noStrike" cap="none" dirty="0">
                <a:solidFill>
                  <a:srgbClr val="000000"/>
                </a:solidFill>
                <a:latin typeface="Arial"/>
                <a:ea typeface="Arial"/>
                <a:cs typeface="Arial"/>
                <a:sym typeface="Arial"/>
              </a:rPr>
              <a:t>&lt;select&gt;</a:t>
            </a:r>
            <a:r>
              <a:rPr lang="en-US" dirty="0"/>
              <a:t> for dropdown menus. You can bundle related inputs together visually and semantically using a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fieldset</a:t>
            </a:r>
            <a:r>
              <a:rPr lang="en-US" sz="1100" b="0" i="0" u="none" strike="noStrike" cap="none" dirty="0">
                <a:solidFill>
                  <a:srgbClr val="000000"/>
                </a:solidFill>
                <a:latin typeface="Arial"/>
                <a:ea typeface="Arial"/>
                <a:cs typeface="Arial"/>
                <a:sym typeface="Arial"/>
              </a:rPr>
              <a:t>&gt;</a:t>
            </a:r>
            <a:r>
              <a:rPr lang="en-US" dirty="0"/>
              <a:t> container labeled by a </a:t>
            </a:r>
            <a:r>
              <a:rPr lang="en-US" sz="1100" b="0" i="0" u="none" strike="noStrike" cap="none" dirty="0">
                <a:solidFill>
                  <a:srgbClr val="000000"/>
                </a:solidFill>
                <a:latin typeface="Arial"/>
                <a:ea typeface="Arial"/>
                <a:cs typeface="Arial"/>
                <a:sym typeface="Arial"/>
              </a:rPr>
              <a:t>&lt;legend&gt;</a:t>
            </a:r>
            <a:r>
              <a:rPr lang="en-US" dirty="0"/>
              <a:t> caption. Finally, a button configured with </a:t>
            </a:r>
            <a:r>
              <a:rPr lang="en-US" sz="1100" b="0" i="0" u="none" strike="noStrike" cap="none" dirty="0">
                <a:solidFill>
                  <a:srgbClr val="000000"/>
                </a:solidFill>
                <a:latin typeface="Arial"/>
                <a:ea typeface="Arial"/>
                <a:cs typeface="Arial"/>
                <a:sym typeface="Arial"/>
              </a:rPr>
              <a:t>type='submit'</a:t>
            </a:r>
            <a:r>
              <a:rPr lang="en-US" dirty="0"/>
              <a:t> packages the user's inputs and sends them on their way to the server.</a:t>
            </a:r>
          </a:p>
        </p:txBody>
      </p:sp>
    </p:spTree>
    <p:extLst>
      <p:ext uri="{BB962C8B-B14F-4D97-AF65-F5344CB8AC3E}">
        <p14:creationId xmlns:p14="http://schemas.microsoft.com/office/powerpoint/2010/main" val="37995146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182385" y="0"/>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pic>
        <p:nvPicPr>
          <p:cNvPr id="3" name="Picture 2">
            <a:extLst>
              <a:ext uri="{FF2B5EF4-FFF2-40B4-BE49-F238E27FC236}">
                <a16:creationId xmlns:a16="http://schemas.microsoft.com/office/drawing/2014/main" id="{134F7D0F-FE46-C945-87EB-0FD3D356521A}"/>
              </a:ext>
            </a:extLst>
          </p:cNvPr>
          <p:cNvPicPr>
            <a:picLocks noChangeAspect="1"/>
          </p:cNvPicPr>
          <p:nvPr userDrawn="1"/>
        </p:nvPicPr>
        <p:blipFill>
          <a:blip r:embed="rId2"/>
          <a:stretch>
            <a:fillRect/>
          </a:stretch>
        </p:blipFill>
        <p:spPr>
          <a:xfrm>
            <a:off x="0" y="4243277"/>
            <a:ext cx="914400" cy="914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8954610"/>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sz="36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sz="2800"/>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2" name="Picture 21">
            <a:extLst>
              <a:ext uri="{FF2B5EF4-FFF2-40B4-BE49-F238E27FC236}">
                <a16:creationId xmlns:a16="http://schemas.microsoft.com/office/drawing/2014/main" id="{C8F7DB91-7595-E64B-B07D-A30575B2CB4C}"/>
              </a:ext>
            </a:extLst>
          </p:cNvPr>
          <p:cNvPicPr>
            <a:picLocks noChangeAspect="1"/>
          </p:cNvPicPr>
          <p:nvPr userDrawn="1"/>
        </p:nvPicPr>
        <p:blipFill>
          <a:blip r:embed="rId2"/>
          <a:stretch>
            <a:fillRect/>
          </a:stretch>
        </p:blipFill>
        <p:spPr>
          <a:xfrm>
            <a:off x="0" y="4253392"/>
            <a:ext cx="914400" cy="914400"/>
          </a:xfrm>
          <a:prstGeom prst="rect">
            <a:avLst/>
          </a:prstGeom>
        </p:spPr>
      </p:pic>
    </p:spTree>
    <p:extLst>
      <p:ext uri="{BB962C8B-B14F-4D97-AF65-F5344CB8AC3E}">
        <p14:creationId xmlns:p14="http://schemas.microsoft.com/office/powerpoint/2010/main" val="3086644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tif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a:ea typeface="Roboto Condensed"/>
                <a:cs typeface="Roboto Condensed"/>
                <a:sym typeface="Roboto Condensed"/>
              </a:defRPr>
            </a:lvl1pPr>
            <a:lvl2pPr lvl="1" algn="r">
              <a:buNone/>
              <a:defRPr sz="1200" b="1">
                <a:solidFill>
                  <a:srgbClr val="FFFFFF"/>
                </a:solidFill>
                <a:latin typeface="Roboto Condensed"/>
                <a:ea typeface="Roboto Condensed"/>
                <a:cs typeface="Roboto Condensed"/>
                <a:sym typeface="Roboto Condensed"/>
              </a:defRPr>
            </a:lvl2pPr>
            <a:lvl3pPr lvl="2" algn="r">
              <a:buNone/>
              <a:defRPr sz="1200" b="1">
                <a:solidFill>
                  <a:srgbClr val="FFFFFF"/>
                </a:solidFill>
                <a:latin typeface="Roboto Condensed"/>
                <a:ea typeface="Roboto Condensed"/>
                <a:cs typeface="Roboto Condensed"/>
                <a:sym typeface="Roboto Condensed"/>
              </a:defRPr>
            </a:lvl3pPr>
            <a:lvl4pPr lvl="3" algn="r">
              <a:buNone/>
              <a:defRPr sz="1200" b="1">
                <a:solidFill>
                  <a:srgbClr val="FFFFFF"/>
                </a:solidFill>
                <a:latin typeface="Roboto Condensed"/>
                <a:ea typeface="Roboto Condensed"/>
                <a:cs typeface="Roboto Condensed"/>
                <a:sym typeface="Roboto Condensed"/>
              </a:defRPr>
            </a:lvl4pPr>
            <a:lvl5pPr lvl="4" algn="r">
              <a:buNone/>
              <a:defRPr sz="1200" b="1">
                <a:solidFill>
                  <a:srgbClr val="FFFFFF"/>
                </a:solidFill>
                <a:latin typeface="Roboto Condensed"/>
                <a:ea typeface="Roboto Condensed"/>
                <a:cs typeface="Roboto Condensed"/>
                <a:sym typeface="Roboto Condensed"/>
              </a:defRPr>
            </a:lvl5pPr>
            <a:lvl6pPr lvl="5" algn="r">
              <a:buNone/>
              <a:defRPr sz="1200" b="1">
                <a:solidFill>
                  <a:srgbClr val="FFFFFF"/>
                </a:solidFill>
                <a:latin typeface="Roboto Condensed"/>
                <a:ea typeface="Roboto Condensed"/>
                <a:cs typeface="Roboto Condensed"/>
                <a:sym typeface="Roboto Condensed"/>
              </a:defRPr>
            </a:lvl6pPr>
            <a:lvl7pPr lvl="6" algn="r">
              <a:buNone/>
              <a:defRPr sz="1200" b="1">
                <a:solidFill>
                  <a:srgbClr val="FFFFFF"/>
                </a:solidFill>
                <a:latin typeface="Roboto Condensed"/>
                <a:ea typeface="Roboto Condensed"/>
                <a:cs typeface="Roboto Condensed"/>
                <a:sym typeface="Roboto Condensed"/>
              </a:defRPr>
            </a:lvl7pPr>
            <a:lvl8pPr lvl="7" algn="r">
              <a:buNone/>
              <a:defRPr sz="1200" b="1">
                <a:solidFill>
                  <a:srgbClr val="FFFFFF"/>
                </a:solidFill>
                <a:latin typeface="Roboto Condensed"/>
                <a:ea typeface="Roboto Condensed"/>
                <a:cs typeface="Roboto Condensed"/>
                <a:sym typeface="Roboto Condensed"/>
              </a:defRPr>
            </a:lvl8pPr>
            <a:lvl9pPr lvl="8" algn="r">
              <a:buNone/>
              <a:defRPr sz="1200" b="1">
                <a:solidFill>
                  <a:srgbClr val="FFFFFF"/>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pic>
        <p:nvPicPr>
          <p:cNvPr id="5" name="Picture 4">
            <a:extLst>
              <a:ext uri="{FF2B5EF4-FFF2-40B4-BE49-F238E27FC236}">
                <a16:creationId xmlns:a16="http://schemas.microsoft.com/office/drawing/2014/main" id="{B9B48145-9848-2F4E-A51E-1AF5F3EC5EAD}"/>
              </a:ext>
            </a:extLst>
          </p:cNvPr>
          <p:cNvPicPr>
            <a:picLocks noChangeAspect="1"/>
          </p:cNvPicPr>
          <p:nvPr userDrawn="1"/>
        </p:nvPicPr>
        <p:blipFill>
          <a:blip r:embed="rId5"/>
          <a:stretch>
            <a:fillRect/>
          </a:stretch>
        </p:blipFill>
        <p:spPr>
          <a:xfrm>
            <a:off x="0" y="4243277"/>
            <a:ext cx="914400" cy="9144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transition>
    <p:fade thruBlk="1"/>
  </p:transition>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55576" y="1177119"/>
            <a:ext cx="7193492" cy="1443251"/>
          </a:xfrm>
          <a:prstGeom prst="rect">
            <a:avLst/>
          </a:prstGeom>
        </p:spPr>
        <p:txBody>
          <a:bodyPr spcFirstLastPara="1" wrap="square" lIns="91425" tIns="91425" rIns="91425" bIns="91425" anchor="ctr" anchorCtr="0">
            <a:noAutofit/>
          </a:bodyPr>
          <a:lstStyle/>
          <a:p>
            <a:r>
              <a:rPr lang="en-US" sz="3600"/>
              <a:t>IS 312 Web Design and Programing</a:t>
            </a:r>
          </a:p>
        </p:txBody>
      </p:sp>
      <p:sp>
        <p:nvSpPr>
          <p:cNvPr id="4" name="AutoShape 8" descr="Image result for city university of seattle logo we are all about the finis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40" name="Picture 16" descr="Image result for city university of seattl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4241800"/>
            <a:ext cx="901700" cy="901700"/>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214;p13"/>
          <p:cNvSpPr txBox="1">
            <a:spLocks/>
          </p:cNvSpPr>
          <p:nvPr/>
        </p:nvSpPr>
        <p:spPr>
          <a:xfrm>
            <a:off x="12422" y="2406435"/>
            <a:ext cx="6404993" cy="153625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76200" indent="0" algn="ctr">
              <a:buNone/>
            </a:pPr>
            <a:r>
              <a:rPr lang="en-US" sz="1500">
                <a:solidFill>
                  <a:schemeClr val="bg1"/>
                </a:solidFill>
              </a:rPr>
              <a:t>Module 01 – Introduction Coding Env, HTML and CSS</a:t>
            </a:r>
          </a:p>
          <a:p>
            <a:pPr marL="76200" indent="0" algn="ctr">
              <a:buNone/>
            </a:pPr>
            <a:r>
              <a:rPr lang="en-US" sz="1500">
                <a:solidFill>
                  <a:schemeClr val="bg1"/>
                </a:solidFill>
              </a:rPr>
              <a:t>School of Technology &amp; Computing (STC)</a:t>
            </a:r>
            <a:endParaRPr lang="en-US">
              <a:solidFill>
                <a:schemeClr val="bg1"/>
              </a:solidFill>
            </a:endParaRPr>
          </a:p>
          <a:p>
            <a:pPr marL="76200" indent="0" algn="ctr">
              <a:buNone/>
            </a:pPr>
            <a:r>
              <a:rPr lang="en-US" sz="1200">
                <a:solidFill>
                  <a:srgbClr val="000000"/>
                </a:solidFill>
                <a:highlight>
                  <a:srgbClr val="FFFFFF"/>
                </a:highlight>
                <a:latin typeface="Calibri"/>
                <a:ea typeface="Calibri"/>
                <a:cs typeface="Calibri"/>
              </a:rPr>
              <a:t>City University of Seattle (</a:t>
            </a:r>
            <a:r>
              <a:rPr lang="en-US" sz="1200" err="1">
                <a:solidFill>
                  <a:srgbClr val="000000"/>
                </a:solidFill>
                <a:highlight>
                  <a:srgbClr val="FFFFFF"/>
                </a:highlight>
                <a:latin typeface="Calibri"/>
                <a:ea typeface="Calibri"/>
                <a:cs typeface="Calibri"/>
              </a:rPr>
              <a:t>CityU</a:t>
            </a:r>
            <a:r>
              <a:rPr lang="en-US" sz="1200">
                <a:solidFill>
                  <a:srgbClr val="000000"/>
                </a:solidFill>
                <a:highlight>
                  <a:srgbClr val="FFFFFF"/>
                </a:highlight>
                <a:latin typeface="Calibri"/>
                <a:ea typeface="Calibri"/>
                <a:cs typeface="Calibri"/>
              </a:rPr>
              <a:t>)</a:t>
            </a:r>
            <a:endParaRPr lang="en-US" sz="1200">
              <a:solidFill>
                <a:srgbClr val="000000"/>
              </a:solidFill>
              <a:highlight>
                <a:srgbClr val="C6C6C6"/>
              </a:highlight>
              <a:latin typeface="Calibri"/>
              <a:ea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Beyond Simple Paragraphs</a:t>
            </a:r>
          </a:p>
        </p:txBody>
      </p:sp>
      <p:sp>
        <p:nvSpPr>
          <p:cNvPr id="3" name="Text Placeholder 2"/>
          <p:cNvSpPr>
            <a:spLocks noGrp="1"/>
          </p:cNvSpPr>
          <p:nvPr>
            <p:ph type="body" idx="1"/>
          </p:nvPr>
        </p:nvSpPr>
        <p:spPr/>
        <p:txBody>
          <a:bodyPr/>
          <a:lstStyle/>
          <a:p>
            <a:r>
              <a:rPr lang="en-US" dirty="0"/>
              <a:t>Inline Text Semantics</a:t>
            </a:r>
          </a:p>
          <a:p>
            <a:r>
              <a:rPr lang="en-US" dirty="0"/>
              <a:t>Emphasizing Content (&lt;</a:t>
            </a:r>
            <a:r>
              <a:rPr lang="en-US" dirty="0" err="1"/>
              <a:t>em</a:t>
            </a:r>
            <a:r>
              <a:rPr lang="en-US" dirty="0"/>
              <a:t>&gt; vs. &lt;strong&gt;)</a:t>
            </a:r>
          </a:p>
          <a:p>
            <a:r>
              <a:rPr lang="en-US" dirty="0"/>
              <a:t> Representing Technical Data(&lt;code&gt;, &lt;pre&gt;)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3443371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2E5E4-FCC3-8C0F-D19C-9822CE177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3E62E-E33E-FFFB-A775-D0D6A8426CC2}"/>
              </a:ext>
            </a:extLst>
          </p:cNvPr>
          <p:cNvSpPr>
            <a:spLocks noGrp="1"/>
          </p:cNvSpPr>
          <p:nvPr>
            <p:ph type="title"/>
          </p:nvPr>
        </p:nvSpPr>
        <p:spPr>
          <a:xfrm>
            <a:off x="0" y="392575"/>
            <a:ext cx="7046975" cy="766200"/>
          </a:xfrm>
        </p:spPr>
        <p:txBody>
          <a:bodyPr/>
          <a:lstStyle/>
          <a:p>
            <a:r>
              <a:rPr lang="en-US" dirty="0"/>
              <a:t>Structural Blockquotes and Citations</a:t>
            </a:r>
          </a:p>
        </p:txBody>
      </p:sp>
      <p:sp>
        <p:nvSpPr>
          <p:cNvPr id="3" name="Text Placeholder 2">
            <a:extLst>
              <a:ext uri="{FF2B5EF4-FFF2-40B4-BE49-F238E27FC236}">
                <a16:creationId xmlns:a16="http://schemas.microsoft.com/office/drawing/2014/main" id="{04ECB7BA-5641-AEC5-F9F4-15AD331F624D}"/>
              </a:ext>
            </a:extLst>
          </p:cNvPr>
          <p:cNvSpPr>
            <a:spLocks noGrp="1"/>
          </p:cNvSpPr>
          <p:nvPr>
            <p:ph type="body" idx="1"/>
          </p:nvPr>
        </p:nvSpPr>
        <p:spPr/>
        <p:txBody>
          <a:bodyPr/>
          <a:lstStyle/>
          <a:p>
            <a:r>
              <a:rPr lang="en-US" dirty="0"/>
              <a:t>The &lt;blockquote/&gt; Container Layout</a:t>
            </a:r>
          </a:p>
          <a:p>
            <a:r>
              <a:rPr lang="en-US" dirty="0"/>
              <a:t>Inline Short Quotations( &lt;q&gt;)</a:t>
            </a:r>
          </a:p>
          <a:p>
            <a:r>
              <a:rPr lang="en-US" dirty="0"/>
              <a:t>Tracking Resources Attributions via &lt;cite&gt;</a:t>
            </a:r>
          </a:p>
        </p:txBody>
      </p:sp>
      <p:sp>
        <p:nvSpPr>
          <p:cNvPr id="4" name="Slide Number Placeholder 3">
            <a:extLst>
              <a:ext uri="{FF2B5EF4-FFF2-40B4-BE49-F238E27FC236}">
                <a16:creationId xmlns:a16="http://schemas.microsoft.com/office/drawing/2014/main" id="{C16F6EBE-C2DF-9D6C-A74F-8FE6B8BADF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604719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8B7CD-5761-D66A-67DD-7DE003402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61CE4-A9EA-6F35-ABE1-D745B40C1058}"/>
              </a:ext>
            </a:extLst>
          </p:cNvPr>
          <p:cNvSpPr>
            <a:spLocks noGrp="1"/>
          </p:cNvSpPr>
          <p:nvPr>
            <p:ph type="title"/>
          </p:nvPr>
        </p:nvSpPr>
        <p:spPr/>
        <p:txBody>
          <a:bodyPr/>
          <a:lstStyle/>
          <a:p>
            <a:r>
              <a:rPr lang="en-US" dirty="0"/>
              <a:t>Code and Preformatted Data</a:t>
            </a:r>
          </a:p>
        </p:txBody>
      </p:sp>
      <p:sp>
        <p:nvSpPr>
          <p:cNvPr id="3" name="Text Placeholder 2">
            <a:extLst>
              <a:ext uri="{FF2B5EF4-FFF2-40B4-BE49-F238E27FC236}">
                <a16:creationId xmlns:a16="http://schemas.microsoft.com/office/drawing/2014/main" id="{E99FB347-CDF0-CFAA-D43C-7ABCD39B2B1E}"/>
              </a:ext>
            </a:extLst>
          </p:cNvPr>
          <p:cNvSpPr>
            <a:spLocks noGrp="1"/>
          </p:cNvSpPr>
          <p:nvPr>
            <p:ph type="body" idx="1"/>
          </p:nvPr>
        </p:nvSpPr>
        <p:spPr/>
        <p:txBody>
          <a:bodyPr/>
          <a:lstStyle/>
          <a:p>
            <a:r>
              <a:rPr lang="en-US" dirty="0"/>
              <a:t>Monospaced Font Rendering via &lt;code&gt;</a:t>
            </a:r>
          </a:p>
          <a:p>
            <a:r>
              <a:rPr lang="en-US" dirty="0"/>
              <a:t>Preserving Whitespace Layouts with &lt;pre&gt;.</a:t>
            </a:r>
          </a:p>
          <a:p>
            <a:r>
              <a:rPr lang="en-US" dirty="0"/>
              <a:t>Safely Escaping HTML Syntax Entities</a:t>
            </a:r>
          </a:p>
        </p:txBody>
      </p:sp>
      <p:sp>
        <p:nvSpPr>
          <p:cNvPr id="4" name="Slide Number Placeholder 3">
            <a:extLst>
              <a:ext uri="{FF2B5EF4-FFF2-40B4-BE49-F238E27FC236}">
                <a16:creationId xmlns:a16="http://schemas.microsoft.com/office/drawing/2014/main" id="{A196EB19-F982-FBB6-9F66-550E9BCC8B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3962244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746CF-F769-987B-8C0C-95E79C648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5CF28-1A06-26D9-1A8D-ADDBBFF63648}"/>
              </a:ext>
            </a:extLst>
          </p:cNvPr>
          <p:cNvSpPr>
            <a:spLocks noGrp="1"/>
          </p:cNvSpPr>
          <p:nvPr>
            <p:ph type="title"/>
          </p:nvPr>
        </p:nvSpPr>
        <p:spPr/>
        <p:txBody>
          <a:bodyPr/>
          <a:lstStyle/>
          <a:p>
            <a:r>
              <a:rPr lang="en-US" dirty="0"/>
              <a:t>Micro – Semantics: Line Breaks and Horizontal Rules</a:t>
            </a:r>
          </a:p>
        </p:txBody>
      </p:sp>
      <p:sp>
        <p:nvSpPr>
          <p:cNvPr id="3" name="Text Placeholder 2">
            <a:extLst>
              <a:ext uri="{FF2B5EF4-FFF2-40B4-BE49-F238E27FC236}">
                <a16:creationId xmlns:a16="http://schemas.microsoft.com/office/drawing/2014/main" id="{EFD73D36-4B7F-FF9F-A3A5-5824959AAC03}"/>
              </a:ext>
            </a:extLst>
          </p:cNvPr>
          <p:cNvSpPr>
            <a:spLocks noGrp="1"/>
          </p:cNvSpPr>
          <p:nvPr>
            <p:ph type="body" idx="1"/>
          </p:nvPr>
        </p:nvSpPr>
        <p:spPr/>
        <p:txBody>
          <a:bodyPr/>
          <a:lstStyle/>
          <a:p>
            <a:r>
              <a:rPr lang="en-US" dirty="0"/>
              <a:t>Enforcing Text Wrapping via &lt;</a:t>
            </a:r>
            <a:r>
              <a:rPr lang="en-US" dirty="0" err="1"/>
              <a:t>br</a:t>
            </a:r>
            <a:r>
              <a:rPr lang="en-US" dirty="0"/>
              <a:t>&gt;</a:t>
            </a:r>
          </a:p>
          <a:p>
            <a:r>
              <a:rPr lang="en-US" dirty="0"/>
              <a:t>When to Avoid Break Overuse</a:t>
            </a:r>
          </a:p>
          <a:p>
            <a:r>
              <a:rPr lang="en-US" dirty="0"/>
              <a:t>The Thematic Section Break( &lt;</a:t>
            </a:r>
            <a:r>
              <a:rPr lang="en-US" dirty="0" err="1"/>
              <a:t>hr</a:t>
            </a:r>
            <a:r>
              <a:rPr lang="en-US" dirty="0"/>
              <a:t>&gt;)</a:t>
            </a:r>
          </a:p>
        </p:txBody>
      </p:sp>
      <p:sp>
        <p:nvSpPr>
          <p:cNvPr id="4" name="Slide Number Placeholder 3">
            <a:extLst>
              <a:ext uri="{FF2B5EF4-FFF2-40B4-BE49-F238E27FC236}">
                <a16:creationId xmlns:a16="http://schemas.microsoft.com/office/drawing/2014/main" id="{3FDBB62C-2D45-920F-4146-8A01C2FFB4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2680045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3466-5294-05E7-F896-207A8FE28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6855B-4CE7-5F5D-226A-D5AF936C68F7}"/>
              </a:ext>
            </a:extLst>
          </p:cNvPr>
          <p:cNvSpPr>
            <a:spLocks noGrp="1"/>
          </p:cNvSpPr>
          <p:nvPr>
            <p:ph type="title"/>
          </p:nvPr>
        </p:nvSpPr>
        <p:spPr/>
        <p:txBody>
          <a:bodyPr/>
          <a:lstStyle/>
          <a:p>
            <a:r>
              <a:rPr lang="en-US" dirty="0"/>
              <a:t>The Anatomy of Hypertext</a:t>
            </a:r>
          </a:p>
        </p:txBody>
      </p:sp>
      <p:sp>
        <p:nvSpPr>
          <p:cNvPr id="3" name="Text Placeholder 2">
            <a:extLst>
              <a:ext uri="{FF2B5EF4-FFF2-40B4-BE49-F238E27FC236}">
                <a16:creationId xmlns:a16="http://schemas.microsoft.com/office/drawing/2014/main" id="{0F041C73-CD5A-4C4B-F3AE-0F5409811A35}"/>
              </a:ext>
            </a:extLst>
          </p:cNvPr>
          <p:cNvSpPr>
            <a:spLocks noGrp="1"/>
          </p:cNvSpPr>
          <p:nvPr>
            <p:ph type="body" idx="1"/>
          </p:nvPr>
        </p:nvSpPr>
        <p:spPr/>
        <p:txBody>
          <a:bodyPr/>
          <a:lstStyle/>
          <a:p>
            <a:r>
              <a:rPr lang="en-US" dirty="0"/>
              <a:t>Anchors as the Internet’s Connective Tissue</a:t>
            </a:r>
          </a:p>
          <a:p>
            <a:r>
              <a:rPr lang="en-US" dirty="0"/>
              <a:t>The Crucial Role of </a:t>
            </a:r>
            <a:r>
              <a:rPr lang="en-US" dirty="0" err="1"/>
              <a:t>href</a:t>
            </a:r>
            <a:r>
              <a:rPr lang="en-US" dirty="0"/>
              <a:t> Attributes</a:t>
            </a:r>
          </a:p>
          <a:p>
            <a:r>
              <a:rPr lang="en-US" dirty="0"/>
              <a:t>Accessibility Traps: “Click Here” vs Descriptive Links</a:t>
            </a:r>
          </a:p>
        </p:txBody>
      </p:sp>
      <p:sp>
        <p:nvSpPr>
          <p:cNvPr id="4" name="Slide Number Placeholder 3">
            <a:extLst>
              <a:ext uri="{FF2B5EF4-FFF2-40B4-BE49-F238E27FC236}">
                <a16:creationId xmlns:a16="http://schemas.microsoft.com/office/drawing/2014/main" id="{05949856-72E7-C8B2-B4A4-902AACDC7D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4553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92C9-9839-A273-5384-962945FFE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E6BCD-A741-901B-A934-72C4EDF05303}"/>
              </a:ext>
            </a:extLst>
          </p:cNvPr>
          <p:cNvSpPr>
            <a:spLocks noGrp="1"/>
          </p:cNvSpPr>
          <p:nvPr>
            <p:ph type="title"/>
          </p:nvPr>
        </p:nvSpPr>
        <p:spPr/>
        <p:txBody>
          <a:bodyPr/>
          <a:lstStyle/>
          <a:p>
            <a:r>
              <a:rPr lang="en-US" dirty="0"/>
              <a:t>URL Structures: </a:t>
            </a:r>
            <a:br>
              <a:rPr lang="en-US" dirty="0"/>
            </a:br>
            <a:r>
              <a:rPr lang="en-US" dirty="0"/>
              <a:t>	Absolute vs Relative</a:t>
            </a:r>
          </a:p>
        </p:txBody>
      </p:sp>
      <p:sp>
        <p:nvSpPr>
          <p:cNvPr id="3" name="Text Placeholder 2">
            <a:extLst>
              <a:ext uri="{FF2B5EF4-FFF2-40B4-BE49-F238E27FC236}">
                <a16:creationId xmlns:a16="http://schemas.microsoft.com/office/drawing/2014/main" id="{B9E35A60-A4C8-0CE8-346E-CD1AA240B911}"/>
              </a:ext>
            </a:extLst>
          </p:cNvPr>
          <p:cNvSpPr>
            <a:spLocks noGrp="1"/>
          </p:cNvSpPr>
          <p:nvPr>
            <p:ph type="body" idx="1"/>
          </p:nvPr>
        </p:nvSpPr>
        <p:spPr/>
        <p:txBody>
          <a:bodyPr/>
          <a:lstStyle/>
          <a:p>
            <a:r>
              <a:rPr lang="en-US" dirty="0"/>
              <a:t>Absolute Path: </a:t>
            </a:r>
          </a:p>
          <a:p>
            <a:pPr lvl="1"/>
            <a:r>
              <a:rPr lang="en-US" dirty="0"/>
              <a:t>Referencing Global Domain</a:t>
            </a:r>
          </a:p>
          <a:p>
            <a:r>
              <a:rPr lang="en-US" dirty="0"/>
              <a:t>Relative Paths: </a:t>
            </a:r>
          </a:p>
          <a:p>
            <a:pPr lvl="1"/>
            <a:r>
              <a:rPr lang="en-US" dirty="0"/>
              <a:t>Local Directory Traversal</a:t>
            </a:r>
          </a:p>
          <a:p>
            <a:r>
              <a:rPr lang="en-US" dirty="0"/>
              <a:t>Managing Moving Projects Files</a:t>
            </a:r>
          </a:p>
        </p:txBody>
      </p:sp>
      <p:sp>
        <p:nvSpPr>
          <p:cNvPr id="4" name="Slide Number Placeholder 3">
            <a:extLst>
              <a:ext uri="{FF2B5EF4-FFF2-40B4-BE49-F238E27FC236}">
                <a16:creationId xmlns:a16="http://schemas.microsoft.com/office/drawing/2014/main" id="{9F2EF099-BC50-2719-8D07-D3FDDE3074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2162899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1D193-4C26-F1D3-5369-EDC1D04C5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075A1-A70F-496D-AA09-6AB054825DAD}"/>
              </a:ext>
            </a:extLst>
          </p:cNvPr>
          <p:cNvSpPr>
            <a:spLocks noGrp="1"/>
          </p:cNvSpPr>
          <p:nvPr>
            <p:ph type="title"/>
          </p:nvPr>
        </p:nvSpPr>
        <p:spPr>
          <a:xfrm>
            <a:off x="174074" y="392575"/>
            <a:ext cx="6433989" cy="766200"/>
          </a:xfrm>
        </p:spPr>
        <p:txBody>
          <a:bodyPr/>
          <a:lstStyle/>
          <a:p>
            <a:r>
              <a:rPr lang="en-US" dirty="0"/>
              <a:t>Internal Page Document Anchors</a:t>
            </a:r>
          </a:p>
        </p:txBody>
      </p:sp>
      <p:sp>
        <p:nvSpPr>
          <p:cNvPr id="3" name="Text Placeholder 2">
            <a:extLst>
              <a:ext uri="{FF2B5EF4-FFF2-40B4-BE49-F238E27FC236}">
                <a16:creationId xmlns:a16="http://schemas.microsoft.com/office/drawing/2014/main" id="{69096ABB-B1E3-5186-857A-CF991F88D802}"/>
              </a:ext>
            </a:extLst>
          </p:cNvPr>
          <p:cNvSpPr>
            <a:spLocks noGrp="1"/>
          </p:cNvSpPr>
          <p:nvPr>
            <p:ph type="body" idx="1"/>
          </p:nvPr>
        </p:nvSpPr>
        <p:spPr/>
        <p:txBody>
          <a:bodyPr/>
          <a:lstStyle/>
          <a:p>
            <a:r>
              <a:rPr lang="en-US" dirty="0"/>
              <a:t>Targeting </a:t>
            </a:r>
            <a:r>
              <a:rPr lang="en-US" dirty="0" err="1"/>
              <a:t>Elemet</a:t>
            </a:r>
            <a:r>
              <a:rPr lang="en-US" dirty="0"/>
              <a:t> Identity Attributes</a:t>
            </a:r>
          </a:p>
          <a:p>
            <a:pPr lvl="1"/>
            <a:r>
              <a:rPr lang="en-US" dirty="0"/>
              <a:t>( id =“”)</a:t>
            </a:r>
          </a:p>
          <a:p>
            <a:r>
              <a:rPr lang="en-US" dirty="0"/>
              <a:t>Linking and Jumping in In-Page Content</a:t>
            </a:r>
          </a:p>
          <a:p>
            <a:pPr lvl="1"/>
            <a:r>
              <a:rPr lang="en-US" dirty="0"/>
              <a:t>(#)</a:t>
            </a:r>
          </a:p>
          <a:p>
            <a:r>
              <a:rPr lang="en-US" dirty="0"/>
              <a:t>Optimizing Scroll Layout Workflows</a:t>
            </a:r>
          </a:p>
        </p:txBody>
      </p:sp>
      <p:sp>
        <p:nvSpPr>
          <p:cNvPr id="4" name="Slide Number Placeholder 3">
            <a:extLst>
              <a:ext uri="{FF2B5EF4-FFF2-40B4-BE49-F238E27FC236}">
                <a16:creationId xmlns:a16="http://schemas.microsoft.com/office/drawing/2014/main" id="{580C04C2-6B39-794D-6F65-A706AF57F1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2825244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9E20-6081-F12A-DE96-41EF98ABF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19D87-F6FE-7DA6-5502-9BAD6A3C1468}"/>
              </a:ext>
            </a:extLst>
          </p:cNvPr>
          <p:cNvSpPr>
            <a:spLocks noGrp="1"/>
          </p:cNvSpPr>
          <p:nvPr>
            <p:ph type="title"/>
          </p:nvPr>
        </p:nvSpPr>
        <p:spPr/>
        <p:txBody>
          <a:bodyPr/>
          <a:lstStyle/>
          <a:p>
            <a:r>
              <a:rPr lang="en-US" dirty="0"/>
              <a:t>Alternative Link Protocols</a:t>
            </a:r>
          </a:p>
        </p:txBody>
      </p:sp>
      <p:sp>
        <p:nvSpPr>
          <p:cNvPr id="3" name="Text Placeholder 2">
            <a:extLst>
              <a:ext uri="{FF2B5EF4-FFF2-40B4-BE49-F238E27FC236}">
                <a16:creationId xmlns:a16="http://schemas.microsoft.com/office/drawing/2014/main" id="{83523FC5-826B-AA41-05F6-8C2A3FF2CFC6}"/>
              </a:ext>
            </a:extLst>
          </p:cNvPr>
          <p:cNvSpPr>
            <a:spLocks noGrp="1"/>
          </p:cNvSpPr>
          <p:nvPr>
            <p:ph type="body" idx="1"/>
          </p:nvPr>
        </p:nvSpPr>
        <p:spPr>
          <a:xfrm>
            <a:off x="814274" y="1327350"/>
            <a:ext cx="6622846" cy="3145500"/>
          </a:xfrm>
        </p:spPr>
        <p:txBody>
          <a:bodyPr/>
          <a:lstStyle/>
          <a:p>
            <a:r>
              <a:rPr lang="en-US" dirty="0"/>
              <a:t>Triggering Email Application </a:t>
            </a:r>
          </a:p>
          <a:p>
            <a:pPr lvl="1"/>
            <a:r>
              <a:rPr lang="en-US" dirty="0"/>
              <a:t>(mailto:)</a:t>
            </a:r>
          </a:p>
          <a:p>
            <a:r>
              <a:rPr lang="en-US" dirty="0"/>
              <a:t> Initializing Phone Communication Routing </a:t>
            </a:r>
          </a:p>
          <a:p>
            <a:pPr lvl="1"/>
            <a:r>
              <a:rPr lang="en-US" dirty="0"/>
              <a:t>(</a:t>
            </a:r>
            <a:r>
              <a:rPr lang="en-US" dirty="0" err="1"/>
              <a:t>tel</a:t>
            </a:r>
            <a:r>
              <a:rPr lang="en-US" dirty="0"/>
              <a:t>:)</a:t>
            </a:r>
          </a:p>
          <a:p>
            <a:r>
              <a:rPr lang="en-US" dirty="0"/>
              <a:t>The Security Impacts of </a:t>
            </a:r>
          </a:p>
          <a:p>
            <a:pPr lvl="1"/>
            <a:r>
              <a:rPr lang="en-US" dirty="0"/>
              <a:t>target=“_blank”</a:t>
            </a:r>
          </a:p>
        </p:txBody>
      </p:sp>
      <p:sp>
        <p:nvSpPr>
          <p:cNvPr id="4" name="Slide Number Placeholder 3">
            <a:extLst>
              <a:ext uri="{FF2B5EF4-FFF2-40B4-BE49-F238E27FC236}">
                <a16:creationId xmlns:a16="http://schemas.microsoft.com/office/drawing/2014/main" id="{BC60B4FC-3628-FC14-4187-AE4512D05B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2220049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49074-038F-5B39-A762-1CF7CABEF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0A890-D05F-8A20-A81F-92381B99CF86}"/>
              </a:ext>
            </a:extLst>
          </p:cNvPr>
          <p:cNvSpPr>
            <a:spLocks noGrp="1"/>
          </p:cNvSpPr>
          <p:nvPr>
            <p:ph type="title"/>
          </p:nvPr>
        </p:nvSpPr>
        <p:spPr>
          <a:xfrm>
            <a:off x="499872" y="392575"/>
            <a:ext cx="5806803" cy="766200"/>
          </a:xfrm>
        </p:spPr>
        <p:txBody>
          <a:bodyPr/>
          <a:lstStyle/>
          <a:p>
            <a:r>
              <a:rPr lang="en-US" dirty="0"/>
              <a:t>Image Formats and Use Cases</a:t>
            </a:r>
          </a:p>
        </p:txBody>
      </p:sp>
      <p:sp>
        <p:nvSpPr>
          <p:cNvPr id="3" name="Text Placeholder 2">
            <a:extLst>
              <a:ext uri="{FF2B5EF4-FFF2-40B4-BE49-F238E27FC236}">
                <a16:creationId xmlns:a16="http://schemas.microsoft.com/office/drawing/2014/main" id="{5396E837-55B6-EBA3-DA4B-E1B47CFD59E5}"/>
              </a:ext>
            </a:extLst>
          </p:cNvPr>
          <p:cNvSpPr>
            <a:spLocks noGrp="1"/>
          </p:cNvSpPr>
          <p:nvPr>
            <p:ph type="body" idx="1"/>
          </p:nvPr>
        </p:nvSpPr>
        <p:spPr/>
        <p:txBody>
          <a:bodyPr/>
          <a:lstStyle/>
          <a:p>
            <a:r>
              <a:rPr lang="en-US" dirty="0"/>
              <a:t>Raster Images vs. Vector Graphics</a:t>
            </a:r>
          </a:p>
          <a:p>
            <a:r>
              <a:rPr lang="en-US" dirty="0"/>
              <a:t>Standard Compressed Format: </a:t>
            </a:r>
          </a:p>
          <a:p>
            <a:pPr lvl="1"/>
            <a:r>
              <a:rPr lang="en-US" dirty="0"/>
              <a:t>JPEG and PNG</a:t>
            </a:r>
          </a:p>
          <a:p>
            <a:r>
              <a:rPr lang="en-US" dirty="0"/>
              <a:t>Modern Web Optimization </a:t>
            </a:r>
          </a:p>
          <a:p>
            <a:pPr lvl="1"/>
            <a:r>
              <a:rPr lang="en-US" dirty="0" err="1"/>
              <a:t>WebP</a:t>
            </a:r>
            <a:r>
              <a:rPr lang="en-US" dirty="0"/>
              <a:t> and SVG</a:t>
            </a:r>
          </a:p>
        </p:txBody>
      </p:sp>
      <p:sp>
        <p:nvSpPr>
          <p:cNvPr id="4" name="Slide Number Placeholder 3">
            <a:extLst>
              <a:ext uri="{FF2B5EF4-FFF2-40B4-BE49-F238E27FC236}">
                <a16:creationId xmlns:a16="http://schemas.microsoft.com/office/drawing/2014/main" id="{EC3EEA58-BDAA-9B6D-85E5-C7882534B3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1897242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5BF73-F30A-EA72-7CE9-84BE8754F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90CC3-A7F7-9AF0-3347-FE0A12844EF6}"/>
              </a:ext>
            </a:extLst>
          </p:cNvPr>
          <p:cNvSpPr>
            <a:spLocks noGrp="1"/>
          </p:cNvSpPr>
          <p:nvPr>
            <p:ph type="title"/>
          </p:nvPr>
        </p:nvSpPr>
        <p:spPr>
          <a:xfrm>
            <a:off x="426720" y="392575"/>
            <a:ext cx="6010656" cy="766200"/>
          </a:xfrm>
        </p:spPr>
        <p:txBody>
          <a:bodyPr/>
          <a:lstStyle/>
          <a:p>
            <a:r>
              <a:rPr lang="en-US" dirty="0"/>
              <a:t>Then Multi-Attribute &lt;</a:t>
            </a:r>
            <a:r>
              <a:rPr lang="en-US" dirty="0" err="1"/>
              <a:t>img</a:t>
            </a:r>
            <a:r>
              <a:rPr lang="en-US" dirty="0"/>
              <a:t>&gt; Tag</a:t>
            </a:r>
          </a:p>
        </p:txBody>
      </p:sp>
      <p:sp>
        <p:nvSpPr>
          <p:cNvPr id="3" name="Text Placeholder 2">
            <a:extLst>
              <a:ext uri="{FF2B5EF4-FFF2-40B4-BE49-F238E27FC236}">
                <a16:creationId xmlns:a16="http://schemas.microsoft.com/office/drawing/2014/main" id="{DD7AC426-884E-EBFE-F65B-E543592FCE01}"/>
              </a:ext>
            </a:extLst>
          </p:cNvPr>
          <p:cNvSpPr>
            <a:spLocks noGrp="1"/>
          </p:cNvSpPr>
          <p:nvPr>
            <p:ph type="body" idx="1"/>
          </p:nvPr>
        </p:nvSpPr>
        <p:spPr/>
        <p:txBody>
          <a:bodyPr/>
          <a:lstStyle/>
          <a:p>
            <a:r>
              <a:rPr lang="en-US" dirty="0"/>
              <a:t>The Self-Closing Tag Format</a:t>
            </a:r>
          </a:p>
          <a:p>
            <a:r>
              <a:rPr lang="en-US" dirty="0"/>
              <a:t>Sourcing the Image Pipeline (</a:t>
            </a:r>
            <a:r>
              <a:rPr lang="en-US" dirty="0" err="1"/>
              <a:t>src</a:t>
            </a:r>
            <a:r>
              <a:rPr lang="en-US" dirty="0"/>
              <a:t>=“”)</a:t>
            </a:r>
          </a:p>
          <a:p>
            <a:r>
              <a:rPr lang="en-US" dirty="0"/>
              <a:t>Enforcing Responsive Layout Proportions</a:t>
            </a:r>
          </a:p>
        </p:txBody>
      </p:sp>
      <p:sp>
        <p:nvSpPr>
          <p:cNvPr id="4" name="Slide Number Placeholder 3">
            <a:extLst>
              <a:ext uri="{FF2B5EF4-FFF2-40B4-BE49-F238E27FC236}">
                <a16:creationId xmlns:a16="http://schemas.microsoft.com/office/drawing/2014/main" id="{00ED7B02-74B5-41B2-46FC-237A4B503F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1149852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4ED32-A5E1-5C6D-2655-C410A57F4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B4E87D-A653-AB48-BF39-611678FADBD5}"/>
              </a:ext>
            </a:extLst>
          </p:cNvPr>
          <p:cNvSpPr>
            <a:spLocks noGrp="1"/>
          </p:cNvSpPr>
          <p:nvPr>
            <p:ph type="title"/>
          </p:nvPr>
        </p:nvSpPr>
        <p:spPr/>
        <p:txBody>
          <a:bodyPr/>
          <a:lstStyle/>
          <a:p>
            <a:r>
              <a:rPr lang="en-US" dirty="0"/>
              <a:t>Alternative Text</a:t>
            </a:r>
          </a:p>
        </p:txBody>
      </p:sp>
      <p:sp>
        <p:nvSpPr>
          <p:cNvPr id="3" name="Text Placeholder 2">
            <a:extLst>
              <a:ext uri="{FF2B5EF4-FFF2-40B4-BE49-F238E27FC236}">
                <a16:creationId xmlns:a16="http://schemas.microsoft.com/office/drawing/2014/main" id="{30D84E4B-2D1A-415C-F150-25AE0531036B}"/>
              </a:ext>
            </a:extLst>
          </p:cNvPr>
          <p:cNvSpPr>
            <a:spLocks noGrp="1"/>
          </p:cNvSpPr>
          <p:nvPr>
            <p:ph type="body" idx="1"/>
          </p:nvPr>
        </p:nvSpPr>
        <p:spPr/>
        <p:txBody>
          <a:bodyPr/>
          <a:lstStyle/>
          <a:p>
            <a:r>
              <a:rPr lang="en-US" dirty="0"/>
              <a:t>Mandatory Accessibility Coverage (alt=“”)</a:t>
            </a:r>
          </a:p>
          <a:p>
            <a:r>
              <a:rPr lang="en-US" dirty="0"/>
              <a:t>How Screen Readers Handle Alt Data</a:t>
            </a:r>
          </a:p>
          <a:p>
            <a:r>
              <a:rPr lang="en-US" dirty="0"/>
              <a:t>Handling Decorative Images Correctly</a:t>
            </a:r>
          </a:p>
        </p:txBody>
      </p:sp>
      <p:sp>
        <p:nvSpPr>
          <p:cNvPr id="4" name="Slide Number Placeholder 3">
            <a:extLst>
              <a:ext uri="{FF2B5EF4-FFF2-40B4-BE49-F238E27FC236}">
                <a16:creationId xmlns:a16="http://schemas.microsoft.com/office/drawing/2014/main" id="{5F976403-7227-F841-DDA7-FF537E8070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1963949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C62BA-7877-26DC-928A-306DE9C8B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F09C1-4061-E9DB-7A73-9B03A4055B7C}"/>
              </a:ext>
            </a:extLst>
          </p:cNvPr>
          <p:cNvSpPr>
            <a:spLocks noGrp="1"/>
          </p:cNvSpPr>
          <p:nvPr>
            <p:ph type="title"/>
          </p:nvPr>
        </p:nvSpPr>
        <p:spPr>
          <a:xfrm>
            <a:off x="292608" y="392575"/>
            <a:ext cx="6266687" cy="766200"/>
          </a:xfrm>
        </p:spPr>
        <p:txBody>
          <a:bodyPr/>
          <a:lstStyle/>
          <a:p>
            <a:r>
              <a:rPr lang="en-US" dirty="0"/>
              <a:t>Structuring Figures and Captions</a:t>
            </a:r>
          </a:p>
        </p:txBody>
      </p:sp>
      <p:sp>
        <p:nvSpPr>
          <p:cNvPr id="3" name="Text Placeholder 2">
            <a:extLst>
              <a:ext uri="{FF2B5EF4-FFF2-40B4-BE49-F238E27FC236}">
                <a16:creationId xmlns:a16="http://schemas.microsoft.com/office/drawing/2014/main" id="{1AE6B1D7-1834-5CA2-3062-EC776A7E093D}"/>
              </a:ext>
            </a:extLst>
          </p:cNvPr>
          <p:cNvSpPr>
            <a:spLocks noGrp="1"/>
          </p:cNvSpPr>
          <p:nvPr>
            <p:ph type="body" idx="1"/>
          </p:nvPr>
        </p:nvSpPr>
        <p:spPr/>
        <p:txBody>
          <a:bodyPr/>
          <a:lstStyle/>
          <a:p>
            <a:r>
              <a:rPr lang="en-US" dirty="0"/>
              <a:t>Isolating Media Collection via &lt;figure&gt;</a:t>
            </a:r>
          </a:p>
          <a:p>
            <a:r>
              <a:rPr lang="en-US" dirty="0"/>
              <a:t>Adding Visible Context Labels (&lt;</a:t>
            </a:r>
            <a:r>
              <a:rPr lang="en-US" dirty="0" err="1"/>
              <a:t>figcaption</a:t>
            </a:r>
            <a:r>
              <a:rPr lang="en-US" dirty="0"/>
              <a:t>&gt;)</a:t>
            </a:r>
          </a:p>
          <a:p>
            <a:r>
              <a:rPr lang="en-US" dirty="0"/>
              <a:t>Unifying Layout Elements</a:t>
            </a:r>
          </a:p>
        </p:txBody>
      </p:sp>
      <p:sp>
        <p:nvSpPr>
          <p:cNvPr id="4" name="Slide Number Placeholder 3">
            <a:extLst>
              <a:ext uri="{FF2B5EF4-FFF2-40B4-BE49-F238E27FC236}">
                <a16:creationId xmlns:a16="http://schemas.microsoft.com/office/drawing/2014/main" id="{F20390BE-05F7-79F3-CE65-94ED106FE2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324610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9AC7D-7831-F02D-3034-DFA9F7EAF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01C519-A29B-6DA6-99BD-53C480029B8B}"/>
              </a:ext>
            </a:extLst>
          </p:cNvPr>
          <p:cNvSpPr>
            <a:spLocks noGrp="1"/>
          </p:cNvSpPr>
          <p:nvPr>
            <p:ph type="title"/>
          </p:nvPr>
        </p:nvSpPr>
        <p:spPr/>
        <p:txBody>
          <a:bodyPr/>
          <a:lstStyle/>
          <a:p>
            <a:r>
              <a:rPr lang="en-US" dirty="0"/>
              <a:t>Tabular Data Structures</a:t>
            </a:r>
          </a:p>
        </p:txBody>
      </p:sp>
      <p:sp>
        <p:nvSpPr>
          <p:cNvPr id="3" name="Text Placeholder 2">
            <a:extLst>
              <a:ext uri="{FF2B5EF4-FFF2-40B4-BE49-F238E27FC236}">
                <a16:creationId xmlns:a16="http://schemas.microsoft.com/office/drawing/2014/main" id="{03B31961-0E71-F353-676D-045D0320D652}"/>
              </a:ext>
            </a:extLst>
          </p:cNvPr>
          <p:cNvSpPr>
            <a:spLocks noGrp="1"/>
          </p:cNvSpPr>
          <p:nvPr>
            <p:ph type="body" idx="1"/>
          </p:nvPr>
        </p:nvSpPr>
        <p:spPr/>
        <p:txBody>
          <a:bodyPr/>
          <a:lstStyle/>
          <a:p>
            <a:r>
              <a:rPr lang="en-US" dirty="0"/>
              <a:t>When to Use Tables (Data vs Layouts)</a:t>
            </a:r>
          </a:p>
          <a:p>
            <a:r>
              <a:rPr lang="en-US" dirty="0"/>
              <a:t>Legacy Structure Exploitation Warning</a:t>
            </a:r>
          </a:p>
          <a:p>
            <a:r>
              <a:rPr lang="en-US" dirty="0"/>
              <a:t>The Core &lt;table&gt; Element Ecosystem</a:t>
            </a:r>
          </a:p>
        </p:txBody>
      </p:sp>
      <p:sp>
        <p:nvSpPr>
          <p:cNvPr id="4" name="Slide Number Placeholder 3">
            <a:extLst>
              <a:ext uri="{FF2B5EF4-FFF2-40B4-BE49-F238E27FC236}">
                <a16:creationId xmlns:a16="http://schemas.microsoft.com/office/drawing/2014/main" id="{445F6CB0-B401-A906-8A23-AF8685128C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4293449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14760-D7C8-9FFD-6A84-50C3E4776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F03EF-69AA-78E8-D578-9ECD3AD54AB7}"/>
              </a:ext>
            </a:extLst>
          </p:cNvPr>
          <p:cNvSpPr>
            <a:spLocks noGrp="1"/>
          </p:cNvSpPr>
          <p:nvPr>
            <p:ph type="title"/>
          </p:nvPr>
        </p:nvSpPr>
        <p:spPr>
          <a:xfrm>
            <a:off x="174076" y="392575"/>
            <a:ext cx="6132600" cy="766200"/>
          </a:xfrm>
        </p:spPr>
        <p:txBody>
          <a:bodyPr/>
          <a:lstStyle/>
          <a:p>
            <a:r>
              <a:rPr lang="en-US" dirty="0"/>
              <a:t>Rows, Headers, and Data Nodes</a:t>
            </a:r>
          </a:p>
        </p:txBody>
      </p:sp>
      <p:sp>
        <p:nvSpPr>
          <p:cNvPr id="3" name="Text Placeholder 2">
            <a:extLst>
              <a:ext uri="{FF2B5EF4-FFF2-40B4-BE49-F238E27FC236}">
                <a16:creationId xmlns:a16="http://schemas.microsoft.com/office/drawing/2014/main" id="{5DC7F69A-1DBF-1629-85E5-626571DC2923}"/>
              </a:ext>
            </a:extLst>
          </p:cNvPr>
          <p:cNvSpPr>
            <a:spLocks noGrp="1"/>
          </p:cNvSpPr>
          <p:nvPr>
            <p:ph type="body" idx="1"/>
          </p:nvPr>
        </p:nvSpPr>
        <p:spPr/>
        <p:txBody>
          <a:bodyPr/>
          <a:lstStyle/>
          <a:p>
            <a:r>
              <a:rPr lang="en-US" dirty="0"/>
              <a:t>Setting up Horizontal Data Rows(&lt;tr&gt;)</a:t>
            </a:r>
          </a:p>
          <a:p>
            <a:r>
              <a:rPr lang="en-US" dirty="0"/>
              <a:t>Building Explicit Field Headers (&lt;</a:t>
            </a:r>
            <a:r>
              <a:rPr lang="en-US" dirty="0" err="1"/>
              <a:t>th</a:t>
            </a:r>
            <a:r>
              <a:rPr lang="en-US" dirty="0"/>
              <a:t>&gt;)</a:t>
            </a:r>
          </a:p>
          <a:p>
            <a:r>
              <a:rPr lang="en-US" dirty="0"/>
              <a:t>Populating Standard Cell Data Containers (&lt;td&gt;)</a:t>
            </a:r>
          </a:p>
        </p:txBody>
      </p:sp>
      <p:sp>
        <p:nvSpPr>
          <p:cNvPr id="4" name="Slide Number Placeholder 3">
            <a:extLst>
              <a:ext uri="{FF2B5EF4-FFF2-40B4-BE49-F238E27FC236}">
                <a16:creationId xmlns:a16="http://schemas.microsoft.com/office/drawing/2014/main" id="{FF74341A-76FB-D27D-B9D9-3BC6E4241A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61425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2E7DD-572B-10DD-8E59-9355FC2C1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A613A-AEA2-8D4A-16C5-312868793C31}"/>
              </a:ext>
            </a:extLst>
          </p:cNvPr>
          <p:cNvSpPr>
            <a:spLocks noGrp="1"/>
          </p:cNvSpPr>
          <p:nvPr>
            <p:ph type="title"/>
          </p:nvPr>
        </p:nvSpPr>
        <p:spPr>
          <a:xfrm>
            <a:off x="0" y="392575"/>
            <a:ext cx="7315200" cy="766200"/>
          </a:xfrm>
        </p:spPr>
        <p:txBody>
          <a:bodyPr/>
          <a:lstStyle/>
          <a:p>
            <a:r>
              <a:rPr lang="en-US" dirty="0"/>
              <a:t>Advanced Structural Semantic Tabl</a:t>
            </a:r>
            <a:r>
              <a:rPr lang="en-US" dirty="0">
                <a:solidFill>
                  <a:schemeClr val="accent1">
                    <a:lumMod val="20000"/>
                    <a:lumOff val="80000"/>
                  </a:schemeClr>
                </a:solidFill>
              </a:rPr>
              <a:t>es</a:t>
            </a:r>
            <a:r>
              <a:rPr lang="en-US" dirty="0">
                <a:solidFill>
                  <a:schemeClr val="tx1"/>
                </a:solidFill>
              </a:rPr>
              <a:t> </a:t>
            </a:r>
          </a:p>
        </p:txBody>
      </p:sp>
      <p:sp>
        <p:nvSpPr>
          <p:cNvPr id="3" name="Text Placeholder 2">
            <a:extLst>
              <a:ext uri="{FF2B5EF4-FFF2-40B4-BE49-F238E27FC236}">
                <a16:creationId xmlns:a16="http://schemas.microsoft.com/office/drawing/2014/main" id="{FFA1ABBB-C33A-CD68-1051-BFF6EF0A3F4F}"/>
              </a:ext>
            </a:extLst>
          </p:cNvPr>
          <p:cNvSpPr>
            <a:spLocks noGrp="1"/>
          </p:cNvSpPr>
          <p:nvPr>
            <p:ph type="body" idx="1"/>
          </p:nvPr>
        </p:nvSpPr>
        <p:spPr/>
        <p:txBody>
          <a:bodyPr/>
          <a:lstStyle/>
          <a:p>
            <a:r>
              <a:rPr lang="en-US" dirty="0"/>
              <a:t>Advanced Structural Semantic Tables</a:t>
            </a:r>
          </a:p>
          <a:p>
            <a:r>
              <a:rPr lang="en-US" dirty="0"/>
              <a:t>Document Description Summary Captions &lt;captions&gt;</a:t>
            </a:r>
          </a:p>
          <a:p>
            <a:r>
              <a:rPr lang="en-US" dirty="0"/>
              <a:t>Assisting Screen Reader Navigation Flows</a:t>
            </a:r>
          </a:p>
        </p:txBody>
      </p:sp>
      <p:sp>
        <p:nvSpPr>
          <p:cNvPr id="4" name="Slide Number Placeholder 3">
            <a:extLst>
              <a:ext uri="{FF2B5EF4-FFF2-40B4-BE49-F238E27FC236}">
                <a16:creationId xmlns:a16="http://schemas.microsoft.com/office/drawing/2014/main" id="{F802D156-BC10-2C45-B191-41A7655ACE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346262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3D46D-8392-C516-237A-BB829415E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F1535-AAB0-3055-3E38-B6514F0E760F}"/>
              </a:ext>
            </a:extLst>
          </p:cNvPr>
          <p:cNvSpPr>
            <a:spLocks noGrp="1"/>
          </p:cNvSpPr>
          <p:nvPr>
            <p:ph type="title"/>
          </p:nvPr>
        </p:nvSpPr>
        <p:spPr/>
        <p:txBody>
          <a:bodyPr/>
          <a:lstStyle/>
          <a:p>
            <a:r>
              <a:rPr lang="en-US" dirty="0"/>
              <a:t>Basic Table Example</a:t>
            </a:r>
          </a:p>
        </p:txBody>
      </p:sp>
      <p:sp>
        <p:nvSpPr>
          <p:cNvPr id="4" name="Slide Number Placeholder 3">
            <a:extLst>
              <a:ext uri="{FF2B5EF4-FFF2-40B4-BE49-F238E27FC236}">
                <a16:creationId xmlns:a16="http://schemas.microsoft.com/office/drawing/2014/main" id="{354228A2-3527-F9C4-CDC3-5626D14F8B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pic>
        <p:nvPicPr>
          <p:cNvPr id="8" name="Picture 7">
            <a:extLst>
              <a:ext uri="{FF2B5EF4-FFF2-40B4-BE49-F238E27FC236}">
                <a16:creationId xmlns:a16="http://schemas.microsoft.com/office/drawing/2014/main" id="{178404BA-071E-10FF-A7A1-3C41562C1F63}"/>
              </a:ext>
            </a:extLst>
          </p:cNvPr>
          <p:cNvPicPr>
            <a:picLocks noChangeAspect="1"/>
          </p:cNvPicPr>
          <p:nvPr/>
        </p:nvPicPr>
        <p:blipFill>
          <a:blip r:embed="rId2"/>
          <a:stretch>
            <a:fillRect/>
          </a:stretch>
        </p:blipFill>
        <p:spPr>
          <a:xfrm>
            <a:off x="1137899" y="1428232"/>
            <a:ext cx="3229426" cy="3715268"/>
          </a:xfrm>
          <a:prstGeom prst="rect">
            <a:avLst/>
          </a:prstGeom>
        </p:spPr>
      </p:pic>
      <p:pic>
        <p:nvPicPr>
          <p:cNvPr id="10" name="Picture 9">
            <a:extLst>
              <a:ext uri="{FF2B5EF4-FFF2-40B4-BE49-F238E27FC236}">
                <a16:creationId xmlns:a16="http://schemas.microsoft.com/office/drawing/2014/main" id="{AC97E2E3-6CB6-BCCA-96EA-0E36A1DC1C57}"/>
              </a:ext>
            </a:extLst>
          </p:cNvPr>
          <p:cNvPicPr>
            <a:picLocks noChangeAspect="1"/>
          </p:cNvPicPr>
          <p:nvPr/>
        </p:nvPicPr>
        <p:blipFill>
          <a:blip r:embed="rId3"/>
          <a:stretch>
            <a:fillRect/>
          </a:stretch>
        </p:blipFill>
        <p:spPr>
          <a:xfrm>
            <a:off x="4367325" y="1428232"/>
            <a:ext cx="4258269" cy="857370"/>
          </a:xfrm>
          <a:prstGeom prst="rect">
            <a:avLst/>
          </a:prstGeom>
        </p:spPr>
      </p:pic>
    </p:spTree>
    <p:extLst>
      <p:ext uri="{BB962C8B-B14F-4D97-AF65-F5344CB8AC3E}">
        <p14:creationId xmlns:p14="http://schemas.microsoft.com/office/powerpoint/2010/main" val="1733635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02EB7-5687-60B1-274E-671875A34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67064-9FC2-749F-987A-9ACF98423D5B}"/>
              </a:ext>
            </a:extLst>
          </p:cNvPr>
          <p:cNvSpPr>
            <a:spLocks noGrp="1"/>
          </p:cNvSpPr>
          <p:nvPr>
            <p:ph type="title"/>
          </p:nvPr>
        </p:nvSpPr>
        <p:spPr/>
        <p:txBody>
          <a:bodyPr/>
          <a:lstStyle/>
          <a:p>
            <a:r>
              <a:rPr lang="en-US" dirty="0"/>
              <a:t>Collect User Input: Forms</a:t>
            </a:r>
          </a:p>
        </p:txBody>
      </p:sp>
      <p:sp>
        <p:nvSpPr>
          <p:cNvPr id="3" name="Text Placeholder 2">
            <a:extLst>
              <a:ext uri="{FF2B5EF4-FFF2-40B4-BE49-F238E27FC236}">
                <a16:creationId xmlns:a16="http://schemas.microsoft.com/office/drawing/2014/main" id="{6B97C60E-9540-15CF-DEDB-B30CF361AF5C}"/>
              </a:ext>
            </a:extLst>
          </p:cNvPr>
          <p:cNvSpPr>
            <a:spLocks noGrp="1"/>
          </p:cNvSpPr>
          <p:nvPr>
            <p:ph type="body" idx="1"/>
          </p:nvPr>
        </p:nvSpPr>
        <p:spPr/>
        <p:txBody>
          <a:bodyPr/>
          <a:lstStyle/>
          <a:p>
            <a:r>
              <a:rPr lang="en-US" dirty="0"/>
              <a:t>The Core Form Wrapper System</a:t>
            </a:r>
          </a:p>
          <a:p>
            <a:pPr lvl="1"/>
            <a:r>
              <a:rPr lang="en-US" dirty="0"/>
              <a:t>( &lt;form&gt;)</a:t>
            </a:r>
          </a:p>
          <a:p>
            <a:r>
              <a:rPr lang="en-US" dirty="0"/>
              <a:t>Identifying the Action Backend Route </a:t>
            </a:r>
          </a:p>
          <a:p>
            <a:pPr lvl="1"/>
            <a:r>
              <a:rPr lang="en-US" dirty="0"/>
              <a:t>( action=“”)</a:t>
            </a:r>
          </a:p>
          <a:p>
            <a:r>
              <a:rPr lang="en-US" dirty="0"/>
              <a:t>Explicit Transmission Methods </a:t>
            </a:r>
          </a:p>
          <a:p>
            <a:pPr lvl="1"/>
            <a:r>
              <a:rPr lang="en-US" dirty="0"/>
              <a:t>( GET vs POST)</a:t>
            </a:r>
          </a:p>
        </p:txBody>
      </p:sp>
      <p:sp>
        <p:nvSpPr>
          <p:cNvPr id="4" name="Slide Number Placeholder 3">
            <a:extLst>
              <a:ext uri="{FF2B5EF4-FFF2-40B4-BE49-F238E27FC236}">
                <a16:creationId xmlns:a16="http://schemas.microsoft.com/office/drawing/2014/main" id="{10A23D39-F540-F88B-AB3C-1D39F7A540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725969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C8ABD-7524-F60B-AF62-95DEF5F18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A2B14-DE7D-9173-F046-C8B5A89FA44B}"/>
              </a:ext>
            </a:extLst>
          </p:cNvPr>
          <p:cNvSpPr>
            <a:spLocks noGrp="1"/>
          </p:cNvSpPr>
          <p:nvPr>
            <p:ph type="title"/>
          </p:nvPr>
        </p:nvSpPr>
        <p:spPr/>
        <p:txBody>
          <a:bodyPr/>
          <a:lstStyle/>
          <a:p>
            <a:r>
              <a:rPr lang="en-US" dirty="0"/>
              <a:t>Input Types and UI Controls</a:t>
            </a:r>
          </a:p>
        </p:txBody>
      </p:sp>
      <p:sp>
        <p:nvSpPr>
          <p:cNvPr id="3" name="Text Placeholder 2">
            <a:extLst>
              <a:ext uri="{FF2B5EF4-FFF2-40B4-BE49-F238E27FC236}">
                <a16:creationId xmlns:a16="http://schemas.microsoft.com/office/drawing/2014/main" id="{60675878-39B4-8317-4941-F3A0161CD85B}"/>
              </a:ext>
            </a:extLst>
          </p:cNvPr>
          <p:cNvSpPr>
            <a:spLocks noGrp="1"/>
          </p:cNvSpPr>
          <p:nvPr>
            <p:ph type="body" idx="1"/>
          </p:nvPr>
        </p:nvSpPr>
        <p:spPr/>
        <p:txBody>
          <a:bodyPr/>
          <a:lstStyle/>
          <a:p>
            <a:r>
              <a:rPr lang="en-US" dirty="0"/>
              <a:t>The Base Tag ( &lt;input&gt;)</a:t>
            </a:r>
          </a:p>
          <a:p>
            <a:r>
              <a:rPr lang="en-US" dirty="0"/>
              <a:t>Distinguishing Text Fields, Password and Checkboxes</a:t>
            </a:r>
          </a:p>
          <a:p>
            <a:r>
              <a:rPr lang="en-US" dirty="0"/>
              <a:t>The Vital Importance of Form Control Identity Tracking ( name=“”)</a:t>
            </a:r>
          </a:p>
        </p:txBody>
      </p:sp>
      <p:sp>
        <p:nvSpPr>
          <p:cNvPr id="4" name="Slide Number Placeholder 3">
            <a:extLst>
              <a:ext uri="{FF2B5EF4-FFF2-40B4-BE49-F238E27FC236}">
                <a16:creationId xmlns:a16="http://schemas.microsoft.com/office/drawing/2014/main" id="{284FA05B-C89F-07BC-7FE9-0D9CD17D42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1578707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C485-2EF3-737B-279B-0CFB7EB13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E5B04-5487-F52E-3C71-EDBBED47825D}"/>
              </a:ext>
            </a:extLst>
          </p:cNvPr>
          <p:cNvSpPr>
            <a:spLocks noGrp="1"/>
          </p:cNvSpPr>
          <p:nvPr>
            <p:ph type="title"/>
          </p:nvPr>
        </p:nvSpPr>
        <p:spPr>
          <a:xfrm>
            <a:off x="0" y="392575"/>
            <a:ext cx="6946873" cy="766200"/>
          </a:xfrm>
        </p:spPr>
        <p:txBody>
          <a:bodyPr/>
          <a:lstStyle/>
          <a:p>
            <a:r>
              <a:rPr lang="en-US" dirty="0"/>
              <a:t>Enhancing Connections with Labels</a:t>
            </a:r>
          </a:p>
        </p:txBody>
      </p:sp>
      <p:sp>
        <p:nvSpPr>
          <p:cNvPr id="3" name="Text Placeholder 2">
            <a:extLst>
              <a:ext uri="{FF2B5EF4-FFF2-40B4-BE49-F238E27FC236}">
                <a16:creationId xmlns:a16="http://schemas.microsoft.com/office/drawing/2014/main" id="{28801D5E-E5D5-13F9-88C9-09DC07504BEE}"/>
              </a:ext>
            </a:extLst>
          </p:cNvPr>
          <p:cNvSpPr>
            <a:spLocks noGrp="1"/>
          </p:cNvSpPr>
          <p:nvPr>
            <p:ph type="body" idx="1"/>
          </p:nvPr>
        </p:nvSpPr>
        <p:spPr/>
        <p:txBody>
          <a:bodyPr/>
          <a:lstStyle/>
          <a:p>
            <a:r>
              <a:rPr lang="en-US" dirty="0"/>
              <a:t>The Accessible Core Connector Element</a:t>
            </a:r>
          </a:p>
          <a:p>
            <a:r>
              <a:rPr lang="en-US" dirty="0"/>
              <a:t>The Explicit Identifier Match ( for=“” matches id=“”)</a:t>
            </a:r>
          </a:p>
          <a:p>
            <a:r>
              <a:rPr lang="en-US" dirty="0"/>
              <a:t>Expanding Click Target Boundaries</a:t>
            </a:r>
          </a:p>
        </p:txBody>
      </p:sp>
      <p:sp>
        <p:nvSpPr>
          <p:cNvPr id="4" name="Slide Number Placeholder 3">
            <a:extLst>
              <a:ext uri="{FF2B5EF4-FFF2-40B4-BE49-F238E27FC236}">
                <a16:creationId xmlns:a16="http://schemas.microsoft.com/office/drawing/2014/main" id="{2831FC2F-673C-096C-A90A-D5C0640E6B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extLst>
      <p:ext uri="{BB962C8B-B14F-4D97-AF65-F5344CB8AC3E}">
        <p14:creationId xmlns:p14="http://schemas.microsoft.com/office/powerpoint/2010/main" val="2855959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59125-422E-3863-6106-596D41CB1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C9216-36FE-9C40-37F4-DC82D26927EA}"/>
              </a:ext>
            </a:extLst>
          </p:cNvPr>
          <p:cNvSpPr>
            <a:spLocks noGrp="1"/>
          </p:cNvSpPr>
          <p:nvPr>
            <p:ph type="title"/>
          </p:nvPr>
        </p:nvSpPr>
        <p:spPr>
          <a:xfrm>
            <a:off x="0" y="392575"/>
            <a:ext cx="7168896" cy="766200"/>
          </a:xfrm>
        </p:spPr>
        <p:txBody>
          <a:bodyPr/>
          <a:lstStyle/>
          <a:p>
            <a:r>
              <a:rPr lang="en-US" dirty="0"/>
              <a:t>Submission and Structured Controls</a:t>
            </a:r>
          </a:p>
        </p:txBody>
      </p:sp>
      <p:sp>
        <p:nvSpPr>
          <p:cNvPr id="3" name="Text Placeholder 2">
            <a:extLst>
              <a:ext uri="{FF2B5EF4-FFF2-40B4-BE49-F238E27FC236}">
                <a16:creationId xmlns:a16="http://schemas.microsoft.com/office/drawing/2014/main" id="{082CE3CF-4443-51C8-C896-2F9F5A8675B8}"/>
              </a:ext>
            </a:extLst>
          </p:cNvPr>
          <p:cNvSpPr>
            <a:spLocks noGrp="1"/>
          </p:cNvSpPr>
          <p:nvPr>
            <p:ph type="body" idx="1"/>
          </p:nvPr>
        </p:nvSpPr>
        <p:spPr/>
        <p:txBody>
          <a:bodyPr/>
          <a:lstStyle/>
          <a:p>
            <a:r>
              <a:rPr lang="en-US" dirty="0"/>
              <a:t>Dropdown and long text block ( &lt;select&gt;, &lt;</a:t>
            </a:r>
            <a:r>
              <a:rPr lang="en-US" dirty="0" err="1"/>
              <a:t>textarea</a:t>
            </a:r>
            <a:r>
              <a:rPr lang="en-US" dirty="0"/>
              <a:t>&gt;)</a:t>
            </a:r>
          </a:p>
          <a:p>
            <a:r>
              <a:rPr lang="en-US" dirty="0"/>
              <a:t>Bundling Options using &lt;</a:t>
            </a:r>
            <a:r>
              <a:rPr lang="en-US" dirty="0" err="1"/>
              <a:t>fieldset</a:t>
            </a:r>
            <a:r>
              <a:rPr lang="en-US" dirty="0"/>
              <a:t>&gt; and &lt;legend&gt;</a:t>
            </a:r>
          </a:p>
          <a:p>
            <a:r>
              <a:rPr lang="en-US" dirty="0"/>
              <a:t>Triggering Data Packaging Pipelines( type=“submit”)</a:t>
            </a:r>
          </a:p>
        </p:txBody>
      </p:sp>
      <p:sp>
        <p:nvSpPr>
          <p:cNvPr id="4" name="Slide Number Placeholder 3">
            <a:extLst>
              <a:ext uri="{FF2B5EF4-FFF2-40B4-BE49-F238E27FC236}">
                <a16:creationId xmlns:a16="http://schemas.microsoft.com/office/drawing/2014/main" id="{B253A13E-BB5E-FBC6-1FBA-73E810E0D4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extLst>
      <p:ext uri="{BB962C8B-B14F-4D97-AF65-F5344CB8AC3E}">
        <p14:creationId xmlns:p14="http://schemas.microsoft.com/office/powerpoint/2010/main" val="373723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71384-24A4-2AEF-BF99-D2C7368C7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14027-7B74-9193-6AEA-404BD6A41785}"/>
              </a:ext>
            </a:extLst>
          </p:cNvPr>
          <p:cNvSpPr>
            <a:spLocks noGrp="1"/>
          </p:cNvSpPr>
          <p:nvPr>
            <p:ph type="title"/>
          </p:nvPr>
        </p:nvSpPr>
        <p:spPr/>
        <p:txBody>
          <a:bodyPr/>
          <a:lstStyle/>
          <a:p>
            <a:r>
              <a:rPr lang="en-US"/>
              <a:t>Form Example</a:t>
            </a:r>
            <a:endParaRPr lang="en-US" dirty="0"/>
          </a:p>
        </p:txBody>
      </p:sp>
      <p:sp>
        <p:nvSpPr>
          <p:cNvPr id="4" name="Slide Number Placeholder 3">
            <a:extLst>
              <a:ext uri="{FF2B5EF4-FFF2-40B4-BE49-F238E27FC236}">
                <a16:creationId xmlns:a16="http://schemas.microsoft.com/office/drawing/2014/main" id="{4794D0BB-80BE-861C-54E9-DF89681689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pic>
        <p:nvPicPr>
          <p:cNvPr id="6" name="Picture 5">
            <a:extLst>
              <a:ext uri="{FF2B5EF4-FFF2-40B4-BE49-F238E27FC236}">
                <a16:creationId xmlns:a16="http://schemas.microsoft.com/office/drawing/2014/main" id="{17E86B7D-B327-CF1C-183D-6DD7172A84A9}"/>
              </a:ext>
            </a:extLst>
          </p:cNvPr>
          <p:cNvPicPr>
            <a:picLocks noChangeAspect="1"/>
          </p:cNvPicPr>
          <p:nvPr/>
        </p:nvPicPr>
        <p:blipFill>
          <a:blip r:embed="rId2"/>
          <a:stretch>
            <a:fillRect/>
          </a:stretch>
        </p:blipFill>
        <p:spPr>
          <a:xfrm>
            <a:off x="949569" y="1158775"/>
            <a:ext cx="6668431" cy="3905795"/>
          </a:xfrm>
          <a:prstGeom prst="rect">
            <a:avLst/>
          </a:prstGeom>
        </p:spPr>
      </p:pic>
    </p:spTree>
    <p:extLst>
      <p:ext uri="{BB962C8B-B14F-4D97-AF65-F5344CB8AC3E}">
        <p14:creationId xmlns:p14="http://schemas.microsoft.com/office/powerpoint/2010/main" val="1389228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Q&amp;A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pic>
        <p:nvPicPr>
          <p:cNvPr id="5" name="Picture 4"/>
          <p:cNvPicPr>
            <a:picLocks noChangeAspect="1"/>
          </p:cNvPicPr>
          <p:nvPr/>
        </p:nvPicPr>
        <p:blipFill>
          <a:blip r:embed="rId2"/>
          <a:stretch>
            <a:fillRect/>
          </a:stretch>
        </p:blipFill>
        <p:spPr>
          <a:xfrm>
            <a:off x="814275" y="1862668"/>
            <a:ext cx="4402663" cy="1761065"/>
          </a:xfrm>
          <a:prstGeom prst="rect">
            <a:avLst/>
          </a:prstGeom>
        </p:spPr>
      </p:pic>
      <p:pic>
        <p:nvPicPr>
          <p:cNvPr id="6" name="Picture 5"/>
          <p:cNvPicPr>
            <a:picLocks noChangeAspect="1"/>
          </p:cNvPicPr>
          <p:nvPr/>
        </p:nvPicPr>
        <p:blipFill>
          <a:blip r:embed="rId3"/>
          <a:stretch>
            <a:fillRect/>
          </a:stretch>
        </p:blipFill>
        <p:spPr>
          <a:xfrm>
            <a:off x="5912731" y="1862668"/>
            <a:ext cx="1944335" cy="1944335"/>
          </a:xfrm>
          <a:prstGeom prst="rect">
            <a:avLst/>
          </a:prstGeom>
        </p:spPr>
      </p:pic>
    </p:spTree>
    <p:extLst>
      <p:ext uri="{BB962C8B-B14F-4D97-AF65-F5344CB8AC3E}">
        <p14:creationId xmlns:p14="http://schemas.microsoft.com/office/powerpoint/2010/main" val="2863282085"/>
      </p:ext>
    </p:extLst>
  </p:cSld>
  <p:clrMapOvr>
    <a:masterClrMapping/>
  </p:clrMapOvr>
</p:sld>
</file>

<file path=ppt/theme/theme1.xml><?xml version="1.0" encoding="utf-8"?>
<a:theme xmlns:a="http://schemas.openxmlformats.org/drawingml/2006/main" name="Saler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0</TotalTime>
  <Words>1599</Words>
  <Application>Microsoft Office PowerPoint</Application>
  <PresentationFormat>On-screen Show (16:9)</PresentationFormat>
  <Paragraphs>136</Paragraphs>
  <Slides>23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Arvo</vt:lpstr>
      <vt:lpstr>Calibri</vt:lpstr>
      <vt:lpstr>Roboto Condensed</vt:lpstr>
      <vt:lpstr>Roboto Condensed Light</vt:lpstr>
      <vt:lpstr>Salerio template</vt:lpstr>
      <vt:lpstr>IS 312 Web Design and Programing</vt:lpstr>
      <vt:lpstr>Beyond Simple Paragraphs</vt:lpstr>
      <vt:lpstr>Structural Blockquotes and Citations</vt:lpstr>
      <vt:lpstr>Code and Preformatted Data</vt:lpstr>
      <vt:lpstr>Micro – Semantics: Line Breaks and Horizontal Rules</vt:lpstr>
      <vt:lpstr>The Anatomy of Hypertext</vt:lpstr>
      <vt:lpstr>URL Structures:   Absolute vs Relative</vt:lpstr>
      <vt:lpstr>Internal Page Document Anchors</vt:lpstr>
      <vt:lpstr>Alternative Link Protocols</vt:lpstr>
      <vt:lpstr>Image Formats and Use Cases</vt:lpstr>
      <vt:lpstr>Then Multi-Attribute &lt;img&gt; Tag</vt:lpstr>
      <vt:lpstr>Alternative Text</vt:lpstr>
      <vt:lpstr>Structuring Figures and Captions</vt:lpstr>
      <vt:lpstr>Tabular Data Structures</vt:lpstr>
      <vt:lpstr>Rows, Headers, and Data Nodes</vt:lpstr>
      <vt:lpstr>Advanced Structural Semantic Tables </vt:lpstr>
      <vt:lpstr>Basic Table Example</vt:lpstr>
      <vt:lpstr>Collect User Input: Forms</vt:lpstr>
      <vt:lpstr>Input Types and UI Controls</vt:lpstr>
      <vt:lpstr>Enhancing Connections with Labels</vt:lpstr>
      <vt:lpstr>Submission and Structured Controls</vt:lpstr>
      <vt:lpstr>Form Example</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Karthik Dinakaran</dc:creator>
  <cp:lastModifiedBy>Jonathan Koerber</cp:lastModifiedBy>
  <cp:revision>1</cp:revision>
  <dcterms:modified xsi:type="dcterms:W3CDTF">2026-06-22T18:30:54Z</dcterms:modified>
</cp:coreProperties>
</file>